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2" r:id="rId4"/>
    <p:sldMasterId id="2147483821" r:id="rId5"/>
  </p:sldMasterIdLst>
  <p:notesMasterIdLst>
    <p:notesMasterId r:id="rId12"/>
  </p:notesMasterIdLst>
  <p:handoutMasterIdLst>
    <p:handoutMasterId r:id="rId13"/>
  </p:handoutMasterIdLst>
  <p:sldIdLst>
    <p:sldId id="262" r:id="rId6"/>
    <p:sldId id="279" r:id="rId7"/>
    <p:sldId id="321" r:id="rId8"/>
    <p:sldId id="360" r:id="rId9"/>
    <p:sldId id="361" r:id="rId10"/>
    <p:sldId id="302"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B26"/>
    <a:srgbClr val="4C574C"/>
    <a:srgbClr val="66604E"/>
    <a:srgbClr val="494949"/>
    <a:srgbClr val="525548"/>
    <a:srgbClr val="3E4036"/>
    <a:srgbClr val="262B27"/>
    <a:srgbClr val="202320"/>
    <a:srgbClr val="33352C"/>
    <a:srgbClr val="3435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564"/>
  </p:normalViewPr>
  <p:slideViewPr>
    <p:cSldViewPr snapToGrid="0">
      <p:cViewPr varScale="1">
        <p:scale>
          <a:sx n="78" d="100"/>
          <a:sy n="78" d="100"/>
        </p:scale>
        <p:origin x="869" y="6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AFF942-DFCB-8830-9ACE-094A811981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E9A2309C-E2F7-8E21-2087-3F79B925DF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D73871-A89C-4923-A50E-D2ECEA295AFB}" type="datetimeFigureOut">
              <a:rPr lang="en-IN" smtClean="0"/>
              <a:t>26-11-2025</a:t>
            </a:fld>
            <a:endParaRPr lang="en-IN"/>
          </a:p>
        </p:txBody>
      </p:sp>
      <p:sp>
        <p:nvSpPr>
          <p:cNvPr id="4" name="Footer Placeholder 3">
            <a:extLst>
              <a:ext uri="{FF2B5EF4-FFF2-40B4-BE49-F238E27FC236}">
                <a16:creationId xmlns:a16="http://schemas.microsoft.com/office/drawing/2014/main" id="{62D2C05B-A738-6611-6D49-285704E66E0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2025 Copyright Genpact. All Rights Reserved.</a:t>
            </a:r>
            <a:endParaRPr lang="en-IN"/>
          </a:p>
        </p:txBody>
      </p:sp>
      <p:sp>
        <p:nvSpPr>
          <p:cNvPr id="5" name="Slide Number Placeholder 4">
            <a:extLst>
              <a:ext uri="{FF2B5EF4-FFF2-40B4-BE49-F238E27FC236}">
                <a16:creationId xmlns:a16="http://schemas.microsoft.com/office/drawing/2014/main" id="{C2CBA30E-90E5-5CA9-99D3-F61A22265C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C2880E-790E-4CF7-A789-ECC92F40E95D}" type="slidenum">
              <a:rPr lang="en-IN" smtClean="0"/>
              <a:t>‹#›</a:t>
            </a:fld>
            <a:endParaRPr lang="en-IN"/>
          </a:p>
        </p:txBody>
      </p:sp>
    </p:spTree>
    <p:extLst>
      <p:ext uri="{BB962C8B-B14F-4D97-AF65-F5344CB8AC3E}">
        <p14:creationId xmlns:p14="http://schemas.microsoft.com/office/powerpoint/2010/main" val="381158709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9734B9-555B-B849-9C8D-8A1E8B6E136E}" type="datetimeFigureOut">
              <a:rPr lang="en-GB" smtClean="0"/>
              <a:t>26/11/2025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2025 Copyright Genpact. All Rights Reserved.</a:t>
            </a: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9FFD3E-1587-764D-BD19-EA0F1A2804F6}" type="slidenum">
              <a:rPr lang="en-GB" smtClean="0"/>
              <a:t>‹#›</a:t>
            </a:fld>
            <a:endParaRPr lang="en-GB"/>
          </a:p>
        </p:txBody>
      </p:sp>
    </p:spTree>
    <p:extLst>
      <p:ext uri="{BB962C8B-B14F-4D97-AF65-F5344CB8AC3E}">
        <p14:creationId xmlns:p14="http://schemas.microsoft.com/office/powerpoint/2010/main" val="358534856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le Sl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BF638A-8A47-15D7-CDFF-817BA1CDC54B}"/>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9" name="Picture 8" descr="A black and white logo&#10;&#10;Description automatically generated">
            <a:extLst>
              <a:ext uri="{FF2B5EF4-FFF2-40B4-BE49-F238E27FC236}">
                <a16:creationId xmlns:a16="http://schemas.microsoft.com/office/drawing/2014/main" id="{18AF8C1F-18E3-1C68-B20F-77B720EBF0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68" y="426423"/>
            <a:ext cx="2656930" cy="1393094"/>
          </a:xfrm>
          <a:prstGeom prst="rect">
            <a:avLst/>
          </a:prstGeom>
        </p:spPr>
      </p:pic>
      <p:sp>
        <p:nvSpPr>
          <p:cNvPr id="14" name="Google Shape;22;p26">
            <a:extLst>
              <a:ext uri="{FF2B5EF4-FFF2-40B4-BE49-F238E27FC236}">
                <a16:creationId xmlns:a16="http://schemas.microsoft.com/office/drawing/2014/main" id="{DDB3BA56-EAD5-5D65-30E3-BD8F506E16D2}"/>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10000"/>
                    <a:lumOff val="90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cxnSp>
        <p:nvCxnSpPr>
          <p:cNvPr id="15" name="Straight Connector 14">
            <a:extLst>
              <a:ext uri="{FF2B5EF4-FFF2-40B4-BE49-F238E27FC236}">
                <a16:creationId xmlns:a16="http://schemas.microsoft.com/office/drawing/2014/main" id="{3484EDBC-1EE3-09B7-D98C-A5145060C1C2}"/>
              </a:ext>
            </a:extLst>
          </p:cNvPr>
          <p:cNvCxnSpPr>
            <a:cxnSpLocks/>
          </p:cNvCxnSpPr>
          <p:nvPr userDrawn="1"/>
        </p:nvCxnSpPr>
        <p:spPr>
          <a:xfrm>
            <a:off x="910210" y="4109292"/>
            <a:ext cx="411130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6" name="Google Shape;18;p26">
            <a:extLst>
              <a:ext uri="{FF2B5EF4-FFF2-40B4-BE49-F238E27FC236}">
                <a16:creationId xmlns:a16="http://schemas.microsoft.com/office/drawing/2014/main" id="{5D7BE2E0-D859-8133-0A18-808CF49D4162}"/>
              </a:ext>
            </a:extLst>
          </p:cNvPr>
          <p:cNvSpPr txBox="1">
            <a:spLocks noGrp="1"/>
          </p:cNvSpPr>
          <p:nvPr>
            <p:ph type="title" hasCustomPrompt="1"/>
          </p:nvPr>
        </p:nvSpPr>
        <p:spPr>
          <a:xfrm>
            <a:off x="910210" y="2307321"/>
            <a:ext cx="4111308" cy="1714495"/>
          </a:xfrm>
          <a:prstGeom prst="rect">
            <a:avLst/>
          </a:prstGeom>
          <a:noFill/>
          <a:ln>
            <a:noFill/>
          </a:ln>
        </p:spPr>
        <p:txBody>
          <a:bodyPr spcFirstLastPara="1" wrap="square" lIns="0" tIns="45700" rIns="91425" bIns="0" anchor="b" anchorCtr="0">
            <a:noAutofit/>
          </a:bodyPr>
          <a:lstStyle>
            <a:lvl1pPr lvl="0" algn="l">
              <a:lnSpc>
                <a:spcPct val="80000"/>
              </a:lnSpc>
              <a:spcBef>
                <a:spcPts val="0"/>
              </a:spcBef>
              <a:spcAft>
                <a:spcPts val="0"/>
              </a:spcAft>
              <a:buSzPts val="3200"/>
              <a:buNone/>
              <a:defRPr sz="7250" b="1" i="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 Slide</a:t>
            </a:r>
            <a:endParaRPr/>
          </a:p>
        </p:txBody>
      </p:sp>
      <p:sp>
        <p:nvSpPr>
          <p:cNvPr id="17" name="Google Shape;24;p26">
            <a:extLst>
              <a:ext uri="{FF2B5EF4-FFF2-40B4-BE49-F238E27FC236}">
                <a16:creationId xmlns:a16="http://schemas.microsoft.com/office/drawing/2014/main" id="{F45BC6CB-DF2E-693A-1779-75C11CA0D2CB}"/>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p>
        </p:txBody>
      </p:sp>
      <p:sp>
        <p:nvSpPr>
          <p:cNvPr id="2" name="Google Shape;22;p26">
            <a:extLst>
              <a:ext uri="{FF2B5EF4-FFF2-40B4-BE49-F238E27FC236}">
                <a16:creationId xmlns:a16="http://schemas.microsoft.com/office/drawing/2014/main" id="{03C0A8B4-480D-85E4-EB3F-2ABAB69FD3F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Picture Placeholder 7">
            <a:extLst>
              <a:ext uri="{FF2B5EF4-FFF2-40B4-BE49-F238E27FC236}">
                <a16:creationId xmlns:a16="http://schemas.microsoft.com/office/drawing/2014/main" id="{03799AF4-66B1-F3D0-8275-42F705CCD419}"/>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680473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8" name="Picture Placeholder 7">
            <a:extLst>
              <a:ext uri="{FF2B5EF4-FFF2-40B4-BE49-F238E27FC236}">
                <a16:creationId xmlns:a16="http://schemas.microsoft.com/office/drawing/2014/main" id="{AC849FFF-65F3-85CF-B3DF-624622CC1D1F}"/>
              </a:ext>
            </a:extLst>
          </p:cNvPr>
          <p:cNvSpPr>
            <a:spLocks noGrp="1"/>
          </p:cNvSpPr>
          <p:nvPr>
            <p:ph type="pic" sz="quarter" idx="10"/>
          </p:nvPr>
        </p:nvSpPr>
        <p:spPr>
          <a:xfrm>
            <a:off x="6096000" y="0"/>
            <a:ext cx="6096000" cy="6858000"/>
          </a:xfrm>
        </p:spPr>
        <p:txBody>
          <a:bodyPr/>
          <a:lstStyle/>
          <a:p>
            <a:endParaRPr lang="en-IN"/>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579967"/>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dirty="0">
                <a:solidFill>
                  <a:schemeClr val="bg1"/>
                </a:solidFill>
                <a:latin typeface="Funnel Sans" pitchFamily="2" charset="0"/>
                <a:sym typeface="Georgia"/>
              </a:rPr>
              <a:t>Title Slide</a:t>
            </a:r>
            <a:endParaRPr dirty="0"/>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484154"/>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385336"/>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1DC78D17-A852-450F-A253-70AA3229F384}"/>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304044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08DED2-D351-6F02-97F0-EC8D5DB87D78}"/>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6" name="Graphic 5">
            <a:extLst>
              <a:ext uri="{FF2B5EF4-FFF2-40B4-BE49-F238E27FC236}">
                <a16:creationId xmlns:a16="http://schemas.microsoft.com/office/drawing/2014/main" id="{64A1C97A-8611-4A24-A3B9-7CA7D0758DB3}"/>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32" name="Google Shape;24;p26">
            <a:extLst>
              <a:ext uri="{FF2B5EF4-FFF2-40B4-BE49-F238E27FC236}">
                <a16:creationId xmlns:a16="http://schemas.microsoft.com/office/drawing/2014/main" id="{CD5D790D-9423-B18B-2082-61298E142DFA}"/>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33" name="Google Shape;24;p26">
            <a:extLst>
              <a:ext uri="{FF2B5EF4-FFF2-40B4-BE49-F238E27FC236}">
                <a16:creationId xmlns:a16="http://schemas.microsoft.com/office/drawing/2014/main" id="{FAC077C5-23DB-6672-D948-DEFEE9E8266F}"/>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34" name="Google Shape;24;p26">
            <a:extLst>
              <a:ext uri="{FF2B5EF4-FFF2-40B4-BE49-F238E27FC236}">
                <a16:creationId xmlns:a16="http://schemas.microsoft.com/office/drawing/2014/main" id="{2918299F-FCC7-1765-77FB-44EB16488DB3}"/>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35" name="Google Shape;24;p26">
            <a:extLst>
              <a:ext uri="{FF2B5EF4-FFF2-40B4-BE49-F238E27FC236}">
                <a16:creationId xmlns:a16="http://schemas.microsoft.com/office/drawing/2014/main" id="{1F0EBE5B-16A9-6E53-E884-D6A6B0D8C39C}"/>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36" name="Google Shape;24;p26">
            <a:extLst>
              <a:ext uri="{FF2B5EF4-FFF2-40B4-BE49-F238E27FC236}">
                <a16:creationId xmlns:a16="http://schemas.microsoft.com/office/drawing/2014/main" id="{67FF5144-A4A4-1D38-9F43-B38D8CDE582F}"/>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37" name="Google Shape;24;p26">
            <a:extLst>
              <a:ext uri="{FF2B5EF4-FFF2-40B4-BE49-F238E27FC236}">
                <a16:creationId xmlns:a16="http://schemas.microsoft.com/office/drawing/2014/main" id="{B9E94BB8-D4CD-EDF0-4B6E-0D409D46B46D}"/>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8" name="Google Shape;18;p26">
            <a:extLst>
              <a:ext uri="{FF2B5EF4-FFF2-40B4-BE49-F238E27FC236}">
                <a16:creationId xmlns:a16="http://schemas.microsoft.com/office/drawing/2014/main" id="{0FB8683D-0CDA-5A7B-8A1E-49E07216AD49}"/>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sp>
        <p:nvSpPr>
          <p:cNvPr id="2" name="Google Shape;22;p26">
            <a:extLst>
              <a:ext uri="{FF2B5EF4-FFF2-40B4-BE49-F238E27FC236}">
                <a16:creationId xmlns:a16="http://schemas.microsoft.com/office/drawing/2014/main" id="{E54128B7-0DEE-77CB-AEBE-B9DF33ED228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0" name="Google Shape;21;p33">
            <a:extLst>
              <a:ext uri="{FF2B5EF4-FFF2-40B4-BE49-F238E27FC236}">
                <a16:creationId xmlns:a16="http://schemas.microsoft.com/office/drawing/2014/main" id="{4F1D0F46-507B-8710-6651-EFCE6B7CB61E}"/>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4" name="Picture Placeholder 7">
            <a:extLst>
              <a:ext uri="{FF2B5EF4-FFF2-40B4-BE49-F238E27FC236}">
                <a16:creationId xmlns:a16="http://schemas.microsoft.com/office/drawing/2014/main" id="{F591AD48-8FBC-318B-49FA-FE9A73E20A09}"/>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2581429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ACC8BE-A123-06A2-95AD-E271B3CF0798}"/>
              </a:ext>
            </a:extLst>
          </p:cNvPr>
          <p:cNvSpPr/>
          <p:nvPr userDrawn="1"/>
        </p:nvSpPr>
        <p:spPr>
          <a:xfrm>
            <a:off x="1"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17" name="Google Shape;24;p26">
            <a:extLst>
              <a:ext uri="{FF2B5EF4-FFF2-40B4-BE49-F238E27FC236}">
                <a16:creationId xmlns:a16="http://schemas.microsoft.com/office/drawing/2014/main" id="{571F4C8A-17D0-03EC-6FE5-68182450E9D0}"/>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18" name="Google Shape;24;p26">
            <a:extLst>
              <a:ext uri="{FF2B5EF4-FFF2-40B4-BE49-F238E27FC236}">
                <a16:creationId xmlns:a16="http://schemas.microsoft.com/office/drawing/2014/main" id="{7C2E7A43-14D0-2BEA-3CA6-EFC63FD46BC0}"/>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19" name="Google Shape;24;p26">
            <a:extLst>
              <a:ext uri="{FF2B5EF4-FFF2-40B4-BE49-F238E27FC236}">
                <a16:creationId xmlns:a16="http://schemas.microsoft.com/office/drawing/2014/main" id="{5531E261-A54F-5BF1-3194-2FAA774C4FD2}"/>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20" name="Google Shape;24;p26">
            <a:extLst>
              <a:ext uri="{FF2B5EF4-FFF2-40B4-BE49-F238E27FC236}">
                <a16:creationId xmlns:a16="http://schemas.microsoft.com/office/drawing/2014/main" id="{CA7BD352-7A1C-E13F-955C-68CD790D5CDB}"/>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21" name="Google Shape;24;p26">
            <a:extLst>
              <a:ext uri="{FF2B5EF4-FFF2-40B4-BE49-F238E27FC236}">
                <a16:creationId xmlns:a16="http://schemas.microsoft.com/office/drawing/2014/main" id="{7B8DDF4D-2608-54F6-C2D8-97AA4F078683}"/>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22" name="Google Shape;24;p26">
            <a:extLst>
              <a:ext uri="{FF2B5EF4-FFF2-40B4-BE49-F238E27FC236}">
                <a16:creationId xmlns:a16="http://schemas.microsoft.com/office/drawing/2014/main" id="{BFD52ACE-1943-F107-4F60-E869E751C393}"/>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5" name="Google Shape;18;p26">
            <a:extLst>
              <a:ext uri="{FF2B5EF4-FFF2-40B4-BE49-F238E27FC236}">
                <a16:creationId xmlns:a16="http://schemas.microsoft.com/office/drawing/2014/main" id="{F58EC344-CBD9-11BC-201D-E1E1D48364AF}"/>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pic>
        <p:nvPicPr>
          <p:cNvPr id="25" name="Graphic 24">
            <a:extLst>
              <a:ext uri="{FF2B5EF4-FFF2-40B4-BE49-F238E27FC236}">
                <a16:creationId xmlns:a16="http://schemas.microsoft.com/office/drawing/2014/main" id="{CAD70370-529C-AB08-D974-788D40274038}"/>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1" y="238990"/>
            <a:ext cx="572666" cy="629931"/>
          </a:xfrm>
          <a:prstGeom prst="rect">
            <a:avLst/>
          </a:prstGeom>
        </p:spPr>
      </p:pic>
      <p:sp>
        <p:nvSpPr>
          <p:cNvPr id="2" name="Google Shape;22;p26">
            <a:extLst>
              <a:ext uri="{FF2B5EF4-FFF2-40B4-BE49-F238E27FC236}">
                <a16:creationId xmlns:a16="http://schemas.microsoft.com/office/drawing/2014/main" id="{9A8133DD-84D2-D748-0ABC-BF6ED0DADA4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FC1FB6F3-18DD-A2B2-69C1-9A8C82F7FFA8}"/>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4" name="Picture Placeholder 7">
            <a:extLst>
              <a:ext uri="{FF2B5EF4-FFF2-40B4-BE49-F238E27FC236}">
                <a16:creationId xmlns:a16="http://schemas.microsoft.com/office/drawing/2014/main" id="{C47BC8DF-0544-72F7-079D-7D37B6655FB2}"/>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832729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reak Slide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2" name="Google Shape;41;p28">
            <a:extLst>
              <a:ext uri="{FF2B5EF4-FFF2-40B4-BE49-F238E27FC236}">
                <a16:creationId xmlns:a16="http://schemas.microsoft.com/office/drawing/2014/main" id="{53BD9F75-D4D5-1671-69E7-8827B8F0E17C}"/>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6" name="Google Shape;24;p26">
            <a:extLst>
              <a:ext uri="{FF2B5EF4-FFF2-40B4-BE49-F238E27FC236}">
                <a16:creationId xmlns:a16="http://schemas.microsoft.com/office/drawing/2014/main" id="{45B6F066-7027-6C8D-88C9-A63310804D1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9" name="Straight Connector 8">
            <a:extLst>
              <a:ext uri="{FF2B5EF4-FFF2-40B4-BE49-F238E27FC236}">
                <a16:creationId xmlns:a16="http://schemas.microsoft.com/office/drawing/2014/main" id="{0BF47ABB-BAA1-ED1A-C2CB-08A5AD2BF2C4}"/>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 name="Google Shape;22;p26">
            <a:extLst>
              <a:ext uri="{FF2B5EF4-FFF2-40B4-BE49-F238E27FC236}">
                <a16:creationId xmlns:a16="http://schemas.microsoft.com/office/drawing/2014/main" id="{B4F2EE16-3133-4741-9B83-27EEFFB40CB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1" name="Google Shape;21;p33">
            <a:extLst>
              <a:ext uri="{FF2B5EF4-FFF2-40B4-BE49-F238E27FC236}">
                <a16:creationId xmlns:a16="http://schemas.microsoft.com/office/drawing/2014/main" id="{4EF2AD72-C585-8DFC-D8C6-7C66CF850725}"/>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624547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reak Slide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782AB7-F991-DB56-558C-B246AABA84E3}"/>
              </a:ext>
            </a:extLst>
          </p:cNvPr>
          <p:cNvSpPr>
            <a:spLocks noGrp="1"/>
          </p:cNvSpPr>
          <p:nvPr>
            <p:ph type="pic" sz="quarter" idx="10"/>
          </p:nvPr>
        </p:nvSpPr>
        <p:spPr>
          <a:xfrm>
            <a:off x="0" y="-1"/>
            <a:ext cx="12190413" cy="6858001"/>
          </a:xfrm>
        </p:spPr>
        <p:txBody>
          <a:bodyPr/>
          <a:lstStyle/>
          <a:p>
            <a:endParaRPr lang="en-IN"/>
          </a:p>
        </p:txBody>
      </p:sp>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4" name="Google Shape;41;p28">
            <a:extLst>
              <a:ext uri="{FF2B5EF4-FFF2-40B4-BE49-F238E27FC236}">
                <a16:creationId xmlns:a16="http://schemas.microsoft.com/office/drawing/2014/main" id="{E0A28E8E-74E7-8041-0258-301147A1B7AF}"/>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15" name="Google Shape;24;p26">
            <a:extLst>
              <a:ext uri="{FF2B5EF4-FFF2-40B4-BE49-F238E27FC236}">
                <a16:creationId xmlns:a16="http://schemas.microsoft.com/office/drawing/2014/main" id="{6A0C8B14-2FB7-5C89-EE4F-E5ABCD33044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16" name="Straight Connector 15">
            <a:extLst>
              <a:ext uri="{FF2B5EF4-FFF2-40B4-BE49-F238E27FC236}">
                <a16:creationId xmlns:a16="http://schemas.microsoft.com/office/drawing/2014/main" id="{996DFDB4-8792-0DBC-A28F-B978788E0872}"/>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02322672-9E18-DF0D-FB66-4A5EF7EA94CD}"/>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7" name="Google Shape;21;p33">
            <a:extLst>
              <a:ext uri="{FF2B5EF4-FFF2-40B4-BE49-F238E27FC236}">
                <a16:creationId xmlns:a16="http://schemas.microsoft.com/office/drawing/2014/main" id="{1B33AA57-A469-D3D7-512B-6C47E0FF7CC8}"/>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67951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Break Slide 2">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0B73F427-C17E-4D6F-5482-048D53CC5F09}"/>
              </a:ext>
            </a:extLst>
          </p:cNvPr>
          <p:cNvSpPr>
            <a:spLocks noGrp="1"/>
          </p:cNvSpPr>
          <p:nvPr>
            <p:ph type="pic" sz="quarter" idx="10"/>
          </p:nvPr>
        </p:nvSpPr>
        <p:spPr>
          <a:xfrm>
            <a:off x="0" y="-1"/>
            <a:ext cx="12190413" cy="6858001"/>
          </a:xfrm>
        </p:spPr>
        <p:txBody>
          <a:bodyPr/>
          <a:lstStyle/>
          <a:p>
            <a:endParaRPr lang="en-IN"/>
          </a:p>
        </p:txBody>
      </p:sp>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2" name="Google Shape;41;p28">
            <a:extLst>
              <a:ext uri="{FF2B5EF4-FFF2-40B4-BE49-F238E27FC236}">
                <a16:creationId xmlns:a16="http://schemas.microsoft.com/office/drawing/2014/main" id="{B1824BAF-E3BC-FBA5-DE07-555B0B0D068C}"/>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6" name="Google Shape;24;p26">
            <a:extLst>
              <a:ext uri="{FF2B5EF4-FFF2-40B4-BE49-F238E27FC236}">
                <a16:creationId xmlns:a16="http://schemas.microsoft.com/office/drawing/2014/main" id="{1464962D-83C2-E7E0-2178-08E7E3B6CD6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9" name="Straight Connector 8">
            <a:extLst>
              <a:ext uri="{FF2B5EF4-FFF2-40B4-BE49-F238E27FC236}">
                <a16:creationId xmlns:a16="http://schemas.microsoft.com/office/drawing/2014/main" id="{09328822-9300-A4BD-ACAF-5720BD7EC96B}"/>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 name="Google Shape;22;p26">
            <a:extLst>
              <a:ext uri="{FF2B5EF4-FFF2-40B4-BE49-F238E27FC236}">
                <a16:creationId xmlns:a16="http://schemas.microsoft.com/office/drawing/2014/main" id="{C7D9C8D9-D5F1-B8CB-545C-C5AD77328B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1" name="Google Shape;21;p33">
            <a:extLst>
              <a:ext uri="{FF2B5EF4-FFF2-40B4-BE49-F238E27FC236}">
                <a16:creationId xmlns:a16="http://schemas.microsoft.com/office/drawing/2014/main" id="{84D80696-78E7-2436-F44C-882FFC1FBFDB}"/>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816811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with Subtitle 2">
    <p:bg>
      <p:bgPr>
        <a:solidFill>
          <a:schemeClr val="tx1"/>
        </a:solidFill>
        <a:effectLst/>
      </p:bgPr>
    </p:bg>
    <p:spTree>
      <p:nvGrpSpPr>
        <p:cNvPr id="1" name=""/>
        <p:cNvGrpSpPr/>
        <p:nvPr/>
      </p:nvGrpSpPr>
      <p:grpSpPr>
        <a:xfrm>
          <a:off x="0" y="0"/>
          <a:ext cx="0" cy="0"/>
          <a:chOff x="0" y="0"/>
          <a:chExt cx="0" cy="0"/>
        </a:xfrm>
      </p:grpSpPr>
      <p:sp>
        <p:nvSpPr>
          <p:cNvPr id="4" name="Google Shape;24;p26">
            <a:extLst>
              <a:ext uri="{FF2B5EF4-FFF2-40B4-BE49-F238E27FC236}">
                <a16:creationId xmlns:a16="http://schemas.microsoft.com/office/drawing/2014/main" id="{7D928B5C-F90E-335F-FF83-2AE5D6633DE6}"/>
              </a:ext>
            </a:extLst>
          </p:cNvPr>
          <p:cNvSpPr txBox="1">
            <a:spLocks noGrp="1"/>
          </p:cNvSpPr>
          <p:nvPr>
            <p:ph type="body" idx="2" hasCustomPrompt="1"/>
          </p:nvPr>
        </p:nvSpPr>
        <p:spPr>
          <a:xfrm>
            <a:off x="993896" y="1055697"/>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bg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7" name="Text Placeholder 29">
            <a:extLst>
              <a:ext uri="{FF2B5EF4-FFF2-40B4-BE49-F238E27FC236}">
                <a16:creationId xmlns:a16="http://schemas.microsoft.com/office/drawing/2014/main" id="{46482378-AECD-3D9B-EAD3-584511C7220A}"/>
              </a:ext>
            </a:extLst>
          </p:cNvPr>
          <p:cNvSpPr>
            <a:spLocks noGrp="1"/>
          </p:cNvSpPr>
          <p:nvPr>
            <p:ph type="body" sz="quarter" idx="12"/>
          </p:nvPr>
        </p:nvSpPr>
        <p:spPr>
          <a:xfrm>
            <a:off x="993896"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D1E70E66-2D85-AF1C-EBE2-3897458CE370}"/>
              </a:ext>
            </a:extLst>
          </p:cNvPr>
          <p:cNvSpPr>
            <a:spLocks noGrp="1"/>
          </p:cNvSpPr>
          <p:nvPr>
            <p:ph type="body" sz="quarter" idx="14"/>
          </p:nvPr>
        </p:nvSpPr>
        <p:spPr>
          <a:xfrm>
            <a:off x="6096000"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3" name="Graphic 2">
            <a:extLst>
              <a:ext uri="{FF2B5EF4-FFF2-40B4-BE49-F238E27FC236}">
                <a16:creationId xmlns:a16="http://schemas.microsoft.com/office/drawing/2014/main" id="{A609A96A-8F24-9528-E836-E7DDD980E1D8}"/>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4" name="Google Shape;18;p26">
            <a:extLst>
              <a:ext uri="{FF2B5EF4-FFF2-40B4-BE49-F238E27FC236}">
                <a16:creationId xmlns:a16="http://schemas.microsoft.com/office/drawing/2014/main" id="{5704D772-7781-1777-206A-5DE46FF7FD5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5" name="Google Shape;22;p26">
            <a:extLst>
              <a:ext uri="{FF2B5EF4-FFF2-40B4-BE49-F238E27FC236}">
                <a16:creationId xmlns:a16="http://schemas.microsoft.com/office/drawing/2014/main" id="{58F683C0-0370-BE33-97F1-6342A172CA4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9" name="Google Shape;21;p33">
            <a:extLst>
              <a:ext uri="{FF2B5EF4-FFF2-40B4-BE49-F238E27FC236}">
                <a16:creationId xmlns:a16="http://schemas.microsoft.com/office/drawing/2014/main" id="{9DD421EE-A81C-E6F5-AFCC-40E69287AEAA}"/>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3137913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Content with Subtitle 2">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Google Shape;21;p33">
            <a:extLst>
              <a:ext uri="{FF2B5EF4-FFF2-40B4-BE49-F238E27FC236}">
                <a16:creationId xmlns:a16="http://schemas.microsoft.com/office/drawing/2014/main" id="{01CCE6EA-2C40-085B-42D0-470AD6819204}"/>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7772635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Title Content with Subtitle 2">
    <p:bg>
      <p:bgPr>
        <a:solidFill>
          <a:schemeClr val="bg1"/>
        </a:solidFill>
        <a:effectLst/>
      </p:bgPr>
    </p:bg>
    <p:spTree>
      <p:nvGrpSpPr>
        <p:cNvPr id="1" name=""/>
        <p:cNvGrpSpPr/>
        <p:nvPr/>
      </p:nvGrpSpPr>
      <p:grpSpPr>
        <a:xfrm>
          <a:off x="0" y="0"/>
          <a:ext cx="0" cy="0"/>
          <a:chOff x="0" y="0"/>
          <a:chExt cx="0" cy="0"/>
        </a:xfrm>
      </p:grpSpPr>
      <p:sp>
        <p:nvSpPr>
          <p:cNvPr id="5" name="Google Shape;18;p26">
            <a:extLst>
              <a:ext uri="{FF2B5EF4-FFF2-40B4-BE49-F238E27FC236}">
                <a16:creationId xmlns:a16="http://schemas.microsoft.com/office/drawing/2014/main" id="{6FB866B6-19E4-7F2A-E9EF-9900570367E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12391943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_Title Content with Subtitle 2">
    <p:bg>
      <p:bgPr>
        <a:solidFill>
          <a:schemeClr val="bg1"/>
        </a:solidFill>
        <a:effectLst/>
      </p:bgPr>
    </p:bg>
    <p:spTree>
      <p:nvGrpSpPr>
        <p:cNvPr id="1" name=""/>
        <p:cNvGrpSpPr/>
        <p:nvPr/>
      </p:nvGrpSpPr>
      <p:grpSpPr>
        <a:xfrm>
          <a:off x="0" y="0"/>
          <a:ext cx="0" cy="0"/>
          <a:chOff x="0" y="0"/>
          <a:chExt cx="0" cy="0"/>
        </a:xfrm>
      </p:grpSpPr>
      <p:sp>
        <p:nvSpPr>
          <p:cNvPr id="12" name="Freeform: Shape 130">
            <a:extLst>
              <a:ext uri="{FF2B5EF4-FFF2-40B4-BE49-F238E27FC236}">
                <a16:creationId xmlns:a16="http://schemas.microsoft.com/office/drawing/2014/main" id="{5F949667-2402-5FFC-4567-8B9F56EF1DF4}"/>
              </a:ext>
            </a:extLst>
          </p:cNvPr>
          <p:cNvSpPr/>
          <p:nvPr userDrawn="1"/>
        </p:nvSpPr>
        <p:spPr>
          <a:xfrm>
            <a:off x="1590868" y="471991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18" name="Oval 17">
            <a:extLst>
              <a:ext uri="{FF2B5EF4-FFF2-40B4-BE49-F238E27FC236}">
                <a16:creationId xmlns:a16="http://schemas.microsoft.com/office/drawing/2014/main" id="{B3C82A2B-A5F6-055D-8F52-1CD70F6F010B}"/>
              </a:ext>
            </a:extLst>
          </p:cNvPr>
          <p:cNvSpPr/>
          <p:nvPr userDrawn="1"/>
        </p:nvSpPr>
        <p:spPr>
          <a:xfrm>
            <a:off x="1174811" y="5093702"/>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Freeform: Shape 125">
            <a:extLst>
              <a:ext uri="{FF2B5EF4-FFF2-40B4-BE49-F238E27FC236}">
                <a16:creationId xmlns:a16="http://schemas.microsoft.com/office/drawing/2014/main" id="{6FDD0FF0-61D3-3751-CFD6-F195F4DD1CC5}"/>
              </a:ext>
            </a:extLst>
          </p:cNvPr>
          <p:cNvSpPr/>
          <p:nvPr userDrawn="1"/>
        </p:nvSpPr>
        <p:spPr>
          <a:xfrm>
            <a:off x="1590868" y="297499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17" name="Oval 16">
            <a:extLst>
              <a:ext uri="{FF2B5EF4-FFF2-40B4-BE49-F238E27FC236}">
                <a16:creationId xmlns:a16="http://schemas.microsoft.com/office/drawing/2014/main" id="{57E801A5-0F65-F1D1-B106-4405493A9ECE}"/>
              </a:ext>
            </a:extLst>
          </p:cNvPr>
          <p:cNvSpPr/>
          <p:nvPr userDrawn="1"/>
        </p:nvSpPr>
        <p:spPr>
          <a:xfrm>
            <a:off x="1180867" y="3343781"/>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Freeform: Shape 100">
            <a:extLst>
              <a:ext uri="{FF2B5EF4-FFF2-40B4-BE49-F238E27FC236}">
                <a16:creationId xmlns:a16="http://schemas.microsoft.com/office/drawing/2014/main" id="{7DAE44FF-B8BF-84C2-C22B-DE6C69A6813B}"/>
              </a:ext>
            </a:extLst>
          </p:cNvPr>
          <p:cNvSpPr/>
          <p:nvPr userDrawn="1"/>
        </p:nvSpPr>
        <p:spPr>
          <a:xfrm>
            <a:off x="1590868" y="123007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2" name="Oval 1">
            <a:extLst>
              <a:ext uri="{FF2B5EF4-FFF2-40B4-BE49-F238E27FC236}">
                <a16:creationId xmlns:a16="http://schemas.microsoft.com/office/drawing/2014/main" id="{ED5BAACE-3A6A-42C5-7C71-36E2B7C3EA3C}"/>
              </a:ext>
            </a:extLst>
          </p:cNvPr>
          <p:cNvSpPr/>
          <p:nvPr userDrawn="1"/>
        </p:nvSpPr>
        <p:spPr>
          <a:xfrm>
            <a:off x="1180867" y="1603862"/>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Google Shape;18;p26">
            <a:extLst>
              <a:ext uri="{FF2B5EF4-FFF2-40B4-BE49-F238E27FC236}">
                <a16:creationId xmlns:a16="http://schemas.microsoft.com/office/drawing/2014/main" id="{6FB866B6-19E4-7F2A-E9EF-9900570367E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Oval 2">
            <a:extLst>
              <a:ext uri="{FF2B5EF4-FFF2-40B4-BE49-F238E27FC236}">
                <a16:creationId xmlns:a16="http://schemas.microsoft.com/office/drawing/2014/main" id="{940EBC75-2CEB-5E5D-8C27-1B39BF84B02A}"/>
              </a:ext>
            </a:extLst>
          </p:cNvPr>
          <p:cNvSpPr/>
          <p:nvPr userDrawn="1"/>
        </p:nvSpPr>
        <p:spPr>
          <a:xfrm>
            <a:off x="1289356" y="171465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solidFill>
                <a:schemeClr val="tx1"/>
              </a:solidFill>
            </a:endParaRPr>
          </a:p>
        </p:txBody>
      </p:sp>
      <p:pic>
        <p:nvPicPr>
          <p:cNvPr id="4" name="Graphic 3">
            <a:hlinkClick r:id="" action="ppaction://noaction"/>
            <a:extLst>
              <a:ext uri="{FF2B5EF4-FFF2-40B4-BE49-F238E27FC236}">
                <a16:creationId xmlns:a16="http://schemas.microsoft.com/office/drawing/2014/main" id="{C6631D92-7378-1FFF-D966-B6B53E522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75609" y="1892825"/>
            <a:ext cx="231671" cy="247834"/>
          </a:xfrm>
          <a:prstGeom prst="rect">
            <a:avLst/>
          </a:prstGeom>
        </p:spPr>
      </p:pic>
      <p:sp>
        <p:nvSpPr>
          <p:cNvPr id="7" name="Oval 6">
            <a:extLst>
              <a:ext uri="{FF2B5EF4-FFF2-40B4-BE49-F238E27FC236}">
                <a16:creationId xmlns:a16="http://schemas.microsoft.com/office/drawing/2014/main" id="{8630FC86-A872-3FD4-DD0C-29D9EA4EB6CD}"/>
              </a:ext>
            </a:extLst>
          </p:cNvPr>
          <p:cNvSpPr/>
          <p:nvPr userDrawn="1"/>
        </p:nvSpPr>
        <p:spPr>
          <a:xfrm>
            <a:off x="1283300" y="345957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solidFill>
                <a:schemeClr val="tx1"/>
              </a:solidFill>
            </a:endParaRPr>
          </a:p>
        </p:txBody>
      </p:sp>
      <p:pic>
        <p:nvPicPr>
          <p:cNvPr id="8" name="Graphic 7">
            <a:hlinkClick r:id="" action="ppaction://noaction"/>
            <a:extLst>
              <a:ext uri="{FF2B5EF4-FFF2-40B4-BE49-F238E27FC236}">
                <a16:creationId xmlns:a16="http://schemas.microsoft.com/office/drawing/2014/main" id="{3BCE4232-0E14-4A1F-270B-618F7AFB0CC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9553" y="3637745"/>
            <a:ext cx="231671" cy="247834"/>
          </a:xfrm>
          <a:prstGeom prst="rect">
            <a:avLst/>
          </a:prstGeom>
        </p:spPr>
      </p:pic>
      <p:sp>
        <p:nvSpPr>
          <p:cNvPr id="10" name="Oval 9">
            <a:extLst>
              <a:ext uri="{FF2B5EF4-FFF2-40B4-BE49-F238E27FC236}">
                <a16:creationId xmlns:a16="http://schemas.microsoft.com/office/drawing/2014/main" id="{91609B53-FE92-938F-C584-1FDBD0F9714E}"/>
              </a:ext>
            </a:extLst>
          </p:cNvPr>
          <p:cNvSpPr/>
          <p:nvPr userDrawn="1"/>
        </p:nvSpPr>
        <p:spPr>
          <a:xfrm>
            <a:off x="1295412" y="520449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solidFill>
                <a:schemeClr val="tx1"/>
              </a:solidFill>
            </a:endParaRPr>
          </a:p>
        </p:txBody>
      </p:sp>
      <p:pic>
        <p:nvPicPr>
          <p:cNvPr id="11" name="Graphic 10">
            <a:hlinkClick r:id="" action="ppaction://noaction"/>
            <a:extLst>
              <a:ext uri="{FF2B5EF4-FFF2-40B4-BE49-F238E27FC236}">
                <a16:creationId xmlns:a16="http://schemas.microsoft.com/office/drawing/2014/main" id="{C1DE6BDE-9D94-643B-CA40-42B087141C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81665" y="5382665"/>
            <a:ext cx="231671" cy="247834"/>
          </a:xfrm>
          <a:prstGeom prst="rect">
            <a:avLst/>
          </a:prstGeom>
        </p:spPr>
      </p:pic>
      <p:sp>
        <p:nvSpPr>
          <p:cNvPr id="13" name="Text Placeholder 29">
            <a:extLst>
              <a:ext uri="{FF2B5EF4-FFF2-40B4-BE49-F238E27FC236}">
                <a16:creationId xmlns:a16="http://schemas.microsoft.com/office/drawing/2014/main" id="{043A8F64-894D-BA58-5901-B324C4C71D19}"/>
              </a:ext>
            </a:extLst>
          </p:cNvPr>
          <p:cNvSpPr>
            <a:spLocks noGrp="1"/>
          </p:cNvSpPr>
          <p:nvPr>
            <p:ph type="body" sz="quarter" idx="12" hasCustomPrompt="1"/>
          </p:nvPr>
        </p:nvSpPr>
        <p:spPr>
          <a:xfrm>
            <a:off x="2121170" y="1529061"/>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4" name="Text Placeholder 29">
            <a:extLst>
              <a:ext uri="{FF2B5EF4-FFF2-40B4-BE49-F238E27FC236}">
                <a16:creationId xmlns:a16="http://schemas.microsoft.com/office/drawing/2014/main" id="{A52F3FEC-FAC6-0752-1743-1611E8DE6B60}"/>
              </a:ext>
            </a:extLst>
          </p:cNvPr>
          <p:cNvSpPr>
            <a:spLocks noGrp="1"/>
          </p:cNvSpPr>
          <p:nvPr>
            <p:ph type="body" sz="quarter" idx="13" hasCustomPrompt="1"/>
          </p:nvPr>
        </p:nvSpPr>
        <p:spPr>
          <a:xfrm>
            <a:off x="2121170" y="3268980"/>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5" name="Text Placeholder 29">
            <a:extLst>
              <a:ext uri="{FF2B5EF4-FFF2-40B4-BE49-F238E27FC236}">
                <a16:creationId xmlns:a16="http://schemas.microsoft.com/office/drawing/2014/main" id="{E77470C2-1C5C-C039-12BA-E7922CEE64C2}"/>
              </a:ext>
            </a:extLst>
          </p:cNvPr>
          <p:cNvSpPr>
            <a:spLocks noGrp="1"/>
          </p:cNvSpPr>
          <p:nvPr>
            <p:ph type="body" sz="quarter" idx="14" hasCustomPrompt="1"/>
          </p:nvPr>
        </p:nvSpPr>
        <p:spPr>
          <a:xfrm>
            <a:off x="2121170" y="5018901"/>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6" name="Text Placeholder 29">
            <a:extLst>
              <a:ext uri="{FF2B5EF4-FFF2-40B4-BE49-F238E27FC236}">
                <a16:creationId xmlns:a16="http://schemas.microsoft.com/office/drawing/2014/main" id="{B50F4AAE-B94E-189D-9C1D-D83A6F1766F1}"/>
              </a:ext>
            </a:extLst>
          </p:cNvPr>
          <p:cNvSpPr>
            <a:spLocks noGrp="1"/>
          </p:cNvSpPr>
          <p:nvPr>
            <p:ph type="body" sz="quarter" idx="25" hasCustomPrompt="1"/>
          </p:nvPr>
        </p:nvSpPr>
        <p:spPr>
          <a:xfrm>
            <a:off x="5538610" y="1382245"/>
            <a:ext cx="6095413" cy="4911006"/>
          </a:xfrm>
        </p:spPr>
        <p:txBody>
          <a:bodyPr lIns="0" tIns="0" rIns="0" bIns="0" anchor="t" anchorCtr="0">
            <a:norm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One defining characteristic of Gen AI is their seamless integration with technology. For them, interacting with AI is as natural as breathing. They effortlessly navigate between physical and virtual worlds, leveraging AI-powered tools to enhance productivity, creativity, and connectivity. Their fluency in technology enables them to harness the full potential of AI, leveraging its capabilities to solve complex problems and drive innovation across diverse domains.</a:t>
            </a:r>
          </a:p>
          <a:p>
            <a:pPr lvl="0"/>
            <a:r>
              <a:rPr lang="en-GB" dirty="0"/>
              <a:t>However, Gen AI also faces unique challenges and ethical considerations. As they embrace AI-driven technologies, they must grapple with issues of privacy, security, and algorithmic bias. They are keenly aware of the trade-offs between convenience and control, demanding greater transparency and accountability from AI systems. Moreover, they are at the forefront of discussions surrounding the ethical implications of AI, advocating for fairness, inclusivity, and social responsibility in its development and deployment.</a:t>
            </a:r>
          </a:p>
        </p:txBody>
      </p:sp>
    </p:spTree>
    <p:extLst>
      <p:ext uri="{BB962C8B-B14F-4D97-AF65-F5344CB8AC3E}">
        <p14:creationId xmlns:p14="http://schemas.microsoft.com/office/powerpoint/2010/main" val="34973368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Content with Subtitle 2">
    <p:bg>
      <p:bgPr>
        <a:solidFill>
          <a:schemeClr val="tx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228564" y="1247345"/>
            <a:ext cx="0" cy="4968143"/>
          </a:xfrm>
          <a:prstGeom prst="straightConnector1">
            <a:avLst/>
          </a:prstGeom>
          <a:noFill/>
          <a:ln w="12700" cap="flat" cmpd="sng">
            <a:solidFill>
              <a:schemeClr val="lt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947480"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r:embed="rId2">
            <a:extLst>
              <a:ext uri="{96DAC541-7B7A-43D3-8B79-37D633B846F1}">
                <asvg:svgBlip xmlns:asvg="http://schemas.microsoft.com/office/drawing/2016/SVG/main" r:embed="rId3"/>
              </a:ext>
            </a:extLst>
          </a:blip>
          <a:srcRect l="39395" t="26219" r="10339" b="23780"/>
          <a:stretch/>
        </p:blipFill>
        <p:spPr>
          <a:xfrm>
            <a:off x="934033"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pic>
        <p:nvPicPr>
          <p:cNvPr id="9" name="Graphic 8">
            <a:extLst>
              <a:ext uri="{FF2B5EF4-FFF2-40B4-BE49-F238E27FC236}">
                <a16:creationId xmlns:a16="http://schemas.microsoft.com/office/drawing/2014/main" id="{1BDF681B-0D53-63D4-8D65-AA99732F5A12}"/>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3" name="Google Shape;18;p26">
            <a:extLst>
              <a:ext uri="{FF2B5EF4-FFF2-40B4-BE49-F238E27FC236}">
                <a16:creationId xmlns:a16="http://schemas.microsoft.com/office/drawing/2014/main" id="{DAE68BB0-3099-7DDC-C0F1-DA5D3EA433E0}"/>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8CAA304D-771A-EF02-F95F-69D4045E2F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F31A6B91-BC3D-DFFB-D615-1E39210AD714}"/>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7873782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itle Content with Subtitle 2">
    <p:bg>
      <p:bgPr>
        <a:solidFill>
          <a:schemeClr val="bg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375210" y="1247345"/>
            <a:ext cx="0" cy="4968143"/>
          </a:xfrm>
          <a:prstGeom prst="straightConnector1">
            <a:avLst/>
          </a:prstGeom>
          <a:noFill/>
          <a:ln w="12700" cap="flat" cmpd="sng">
            <a:solidFill>
              <a:schemeClr val="tx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r:embed="rId2">
            <a:lum bright="-100000"/>
            <a:extLst>
              <a:ext uri="{96DAC541-7B7A-43D3-8B79-37D633B846F1}">
                <asvg:svgBlip xmlns:asvg="http://schemas.microsoft.com/office/drawing/2016/SVG/main" r:embed="rId3"/>
              </a:ext>
            </a:extLst>
          </a:blip>
          <a:srcRect l="8134" t="14156" r="57486" b="13360"/>
          <a:stretch/>
        </p:blipFill>
        <p:spPr>
          <a:xfrm>
            <a:off x="1301162"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r:embed="rId2">
            <a:lum bright="-100000"/>
            <a:extLst>
              <a:ext uri="{96DAC541-7B7A-43D3-8B79-37D633B846F1}">
                <asvg:svgBlip xmlns:asvg="http://schemas.microsoft.com/office/drawing/2016/SVG/main" r:embed="rId3"/>
              </a:ext>
            </a:extLst>
          </a:blip>
          <a:srcRect l="39395" t="26219" r="10339" b="23780"/>
          <a:stretch/>
        </p:blipFill>
        <p:spPr>
          <a:xfrm>
            <a:off x="1287715"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solidFill>
                  <a:schemeClr val="tx1"/>
                </a:solidFill>
              </a:defRPr>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solidFill>
                  <a:schemeClr val="tx1"/>
                </a:solidFill>
              </a:defRPr>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solidFill>
                  <a:schemeClr val="tx1"/>
                </a:solidFill>
              </a:defRPr>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solidFill>
                  <a:schemeClr val="tx1"/>
                </a:solidFill>
              </a:defRPr>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solidFill>
                  <a:schemeClr val="tx1"/>
                </a:solidFill>
              </a:defRPr>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solidFill>
                  <a:schemeClr val="tx1"/>
                </a:solidFill>
              </a:defRPr>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 name="Google Shape;22;p26">
            <a:extLst>
              <a:ext uri="{FF2B5EF4-FFF2-40B4-BE49-F238E27FC236}">
                <a16:creationId xmlns:a16="http://schemas.microsoft.com/office/drawing/2014/main" id="{6B748954-01D9-1024-146C-7BB5E7844CE6}"/>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659F6186-7E74-4EB7-114C-04C4206C3C0B}"/>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34925464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Content with Subtitle 2">
    <p:bg>
      <p:bgPr>
        <a:solidFill>
          <a:schemeClr val="tx1"/>
        </a:solidFill>
        <a:effectLst/>
      </p:bgPr>
    </p:bg>
    <p:spTree>
      <p:nvGrpSpPr>
        <p:cNvPr id="1" name=""/>
        <p:cNvGrpSpPr/>
        <p:nvPr/>
      </p:nvGrpSpPr>
      <p:grpSpPr>
        <a:xfrm>
          <a:off x="0" y="0"/>
          <a:ext cx="0" cy="0"/>
          <a:chOff x="0" y="0"/>
          <a:chExt cx="0" cy="0"/>
        </a:xfrm>
      </p:grpSpPr>
      <p:sp>
        <p:nvSpPr>
          <p:cNvPr id="14" name="Text Placeholder 29">
            <a:extLst>
              <a:ext uri="{FF2B5EF4-FFF2-40B4-BE49-F238E27FC236}">
                <a16:creationId xmlns:a16="http://schemas.microsoft.com/office/drawing/2014/main" id="{0DEDA68D-6CAE-D022-A365-83EC3BD24C0E}"/>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B2618AE6-FDBE-1354-D93B-8602477F4E75}"/>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22" name="Text Placeholder 29">
            <a:extLst>
              <a:ext uri="{FF2B5EF4-FFF2-40B4-BE49-F238E27FC236}">
                <a16:creationId xmlns:a16="http://schemas.microsoft.com/office/drawing/2014/main" id="{1B78320B-EF80-0262-B50A-37AED8749BD4}"/>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3DB8AE90-7EB1-5723-0F92-48827ECF6F3E}"/>
              </a:ext>
            </a:extLst>
          </p:cNvPr>
          <p:cNvSpPr>
            <a:spLocks noGrp="1"/>
          </p:cNvSpPr>
          <p:nvPr>
            <p:ph type="body" sz="quarter" idx="17"/>
          </p:nvPr>
        </p:nvSpPr>
        <p:spPr>
          <a:xfrm>
            <a:off x="999616"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D040A3A8-1C48-A156-8029-7C18C4272F9F}"/>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29">
            <a:extLst>
              <a:ext uri="{FF2B5EF4-FFF2-40B4-BE49-F238E27FC236}">
                <a16:creationId xmlns:a16="http://schemas.microsoft.com/office/drawing/2014/main" id="{0BB47F86-F305-9165-364E-B5101312E550}"/>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Text Placeholder 29">
            <a:extLst>
              <a:ext uri="{FF2B5EF4-FFF2-40B4-BE49-F238E27FC236}">
                <a16:creationId xmlns:a16="http://schemas.microsoft.com/office/drawing/2014/main" id="{42ADFDFF-05A9-4992-8DD0-3EC768B002E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4" name="Graphic 3">
            <a:extLst>
              <a:ext uri="{FF2B5EF4-FFF2-40B4-BE49-F238E27FC236}">
                <a16:creationId xmlns:a16="http://schemas.microsoft.com/office/drawing/2014/main" id="{46047695-D2A7-8CC8-6237-AB6999393F4C}"/>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40BA8D3D-17C0-D789-C333-63552D00677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Google Shape;22;p26">
            <a:extLst>
              <a:ext uri="{FF2B5EF4-FFF2-40B4-BE49-F238E27FC236}">
                <a16:creationId xmlns:a16="http://schemas.microsoft.com/office/drawing/2014/main" id="{76027FBC-A175-7DE8-4A2B-184B4960BC7A}"/>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
        <p:nvSpPr>
          <p:cNvPr id="6" name="Google Shape;21;p33">
            <a:extLst>
              <a:ext uri="{FF2B5EF4-FFF2-40B4-BE49-F238E27FC236}">
                <a16:creationId xmlns:a16="http://schemas.microsoft.com/office/drawing/2014/main" id="{A49585B3-35BC-8996-1ED1-14311B3BFE82}"/>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7144653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Content with Subtitle 2">
    <p:bg>
      <p:bgPr>
        <a:solidFill>
          <a:schemeClr val="bg1"/>
        </a:solidFill>
        <a:effectLst/>
      </p:bgPr>
    </p:bg>
    <p:spTree>
      <p:nvGrpSpPr>
        <p:cNvPr id="1" name=""/>
        <p:cNvGrpSpPr/>
        <p:nvPr/>
      </p:nvGrpSpPr>
      <p:grpSpPr>
        <a:xfrm>
          <a:off x="0" y="0"/>
          <a:ext cx="0" cy="0"/>
          <a:chOff x="0" y="0"/>
          <a:chExt cx="0" cy="0"/>
        </a:xfrm>
      </p:grpSpPr>
      <p:sp>
        <p:nvSpPr>
          <p:cNvPr id="3" name="Google Shape;22;p26">
            <a:extLst>
              <a:ext uri="{FF2B5EF4-FFF2-40B4-BE49-F238E27FC236}">
                <a16:creationId xmlns:a16="http://schemas.microsoft.com/office/drawing/2014/main" id="{9B989E15-C64E-6380-C523-FD6D0E7C97E8}"/>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C00BB305-E640-844F-1221-CD11AFE33D63}"/>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7" name="Text Placeholder 29">
            <a:extLst>
              <a:ext uri="{FF2B5EF4-FFF2-40B4-BE49-F238E27FC236}">
                <a16:creationId xmlns:a16="http://schemas.microsoft.com/office/drawing/2014/main" id="{0D0E09BA-1A8E-C1D3-D61B-400A35448717}"/>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0" name="Text Placeholder 29">
            <a:extLst>
              <a:ext uri="{FF2B5EF4-FFF2-40B4-BE49-F238E27FC236}">
                <a16:creationId xmlns:a16="http://schemas.microsoft.com/office/drawing/2014/main" id="{FE63F417-6006-9A64-A894-FABE0925D42E}"/>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01384AD7-7B64-F585-993B-4885BB7F87BF}"/>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44476820-AC10-F46C-AE32-BFF2361972A8}"/>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0431D914-25FF-86D7-FDF9-31BAB47FF10F}"/>
              </a:ext>
            </a:extLst>
          </p:cNvPr>
          <p:cNvSpPr>
            <a:spLocks noGrp="1"/>
          </p:cNvSpPr>
          <p:nvPr>
            <p:ph type="body" sz="quarter" idx="17"/>
          </p:nvPr>
        </p:nvSpPr>
        <p:spPr>
          <a:xfrm>
            <a:off x="999616"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7" name="Text Placeholder 29">
            <a:extLst>
              <a:ext uri="{FF2B5EF4-FFF2-40B4-BE49-F238E27FC236}">
                <a16:creationId xmlns:a16="http://schemas.microsoft.com/office/drawing/2014/main" id="{D83B7310-9BCE-4468-5E9D-8DDE65441AE2}"/>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29">
            <a:extLst>
              <a:ext uri="{FF2B5EF4-FFF2-40B4-BE49-F238E27FC236}">
                <a16:creationId xmlns:a16="http://schemas.microsoft.com/office/drawing/2014/main" id="{38A1D99D-33A4-1B2E-F589-8C9FB914652A}"/>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Text Placeholder 29">
            <a:extLst>
              <a:ext uri="{FF2B5EF4-FFF2-40B4-BE49-F238E27FC236}">
                <a16:creationId xmlns:a16="http://schemas.microsoft.com/office/drawing/2014/main" id="{EC5EFD97-771E-7331-840A-515C3296796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395250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6" name="Text Placeholder 29">
            <a:extLst>
              <a:ext uri="{FF2B5EF4-FFF2-40B4-BE49-F238E27FC236}">
                <a16:creationId xmlns:a16="http://schemas.microsoft.com/office/drawing/2014/main" id="{7261AA00-40F1-D4FF-078F-0421A78005E0}"/>
              </a:ext>
            </a:extLst>
          </p:cNvPr>
          <p:cNvSpPr>
            <a:spLocks noGrp="1"/>
          </p:cNvSpPr>
          <p:nvPr>
            <p:ph type="body" sz="quarter" idx="17"/>
          </p:nvPr>
        </p:nvSpPr>
        <p:spPr>
          <a:xfrm>
            <a:off x="9938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7" name="Text Placeholder 29">
            <a:extLst>
              <a:ext uri="{FF2B5EF4-FFF2-40B4-BE49-F238E27FC236}">
                <a16:creationId xmlns:a16="http://schemas.microsoft.com/office/drawing/2014/main" id="{76F2DFD6-04C7-924C-9200-A415D6C0CAA9}"/>
              </a:ext>
            </a:extLst>
          </p:cNvPr>
          <p:cNvSpPr>
            <a:spLocks noGrp="1"/>
          </p:cNvSpPr>
          <p:nvPr>
            <p:ph type="body" sz="quarter" idx="28"/>
          </p:nvPr>
        </p:nvSpPr>
        <p:spPr>
          <a:xfrm>
            <a:off x="46514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5339B713-39D3-066D-F35C-4D0F63F3B8E3}"/>
              </a:ext>
            </a:extLst>
          </p:cNvPr>
          <p:cNvSpPr>
            <a:spLocks noGrp="1"/>
          </p:cNvSpPr>
          <p:nvPr>
            <p:ph type="body" sz="quarter" idx="29"/>
          </p:nvPr>
        </p:nvSpPr>
        <p:spPr>
          <a:xfrm>
            <a:off x="83090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9F23EE78-4B7C-FE88-A9FB-C27A7529A77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7" name="Text Placeholder 29">
            <a:extLst>
              <a:ext uri="{FF2B5EF4-FFF2-40B4-BE49-F238E27FC236}">
                <a16:creationId xmlns:a16="http://schemas.microsoft.com/office/drawing/2014/main" id="{B77E4802-0012-E92E-1944-2EE244FDA526}"/>
              </a:ext>
            </a:extLst>
          </p:cNvPr>
          <p:cNvSpPr>
            <a:spLocks noGrp="1"/>
          </p:cNvSpPr>
          <p:nvPr>
            <p:ph type="body" sz="quarter" idx="23"/>
          </p:nvPr>
        </p:nvSpPr>
        <p:spPr>
          <a:xfrm>
            <a:off x="8309097"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4"/>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9" name="Text Placeholder 29">
            <a:extLst>
              <a:ext uri="{FF2B5EF4-FFF2-40B4-BE49-F238E27FC236}">
                <a16:creationId xmlns:a16="http://schemas.microsoft.com/office/drawing/2014/main" id="{37582DCF-E36F-AD98-F54F-8875B55C8EC0}"/>
              </a:ext>
            </a:extLst>
          </p:cNvPr>
          <p:cNvSpPr>
            <a:spLocks noGrp="1"/>
          </p:cNvSpPr>
          <p:nvPr>
            <p:ph type="body" sz="quarter" idx="30"/>
          </p:nvPr>
        </p:nvSpPr>
        <p:spPr>
          <a:xfrm>
            <a:off x="4659386"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4"/>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1" name="Text Placeholder 29">
            <a:extLst>
              <a:ext uri="{FF2B5EF4-FFF2-40B4-BE49-F238E27FC236}">
                <a16:creationId xmlns:a16="http://schemas.microsoft.com/office/drawing/2014/main" id="{6D052637-4413-4A99-1305-821EB135317A}"/>
              </a:ext>
            </a:extLst>
          </p:cNvPr>
          <p:cNvSpPr>
            <a:spLocks noGrp="1"/>
          </p:cNvSpPr>
          <p:nvPr>
            <p:ph type="body" sz="quarter" idx="31"/>
          </p:nvPr>
        </p:nvSpPr>
        <p:spPr>
          <a:xfrm>
            <a:off x="1009675"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4"/>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Tree>
    <p:extLst>
      <p:ext uri="{BB962C8B-B14F-4D97-AF65-F5344CB8AC3E}">
        <p14:creationId xmlns:p14="http://schemas.microsoft.com/office/powerpoint/2010/main" val="22126560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Title Content with Subtitle 2">
    <p:spTree>
      <p:nvGrpSpPr>
        <p:cNvPr id="1" name=""/>
        <p:cNvGrpSpPr/>
        <p:nvPr/>
      </p:nvGrpSpPr>
      <p:grpSpPr>
        <a:xfrm>
          <a:off x="0" y="0"/>
          <a:ext cx="0" cy="0"/>
          <a:chOff x="0" y="0"/>
          <a:chExt cx="0" cy="0"/>
        </a:xfrm>
      </p:grpSpPr>
      <p:sp>
        <p:nvSpPr>
          <p:cNvPr id="2" name="Text Placeholder 29">
            <a:extLst>
              <a:ext uri="{FF2B5EF4-FFF2-40B4-BE49-F238E27FC236}">
                <a16:creationId xmlns:a16="http://schemas.microsoft.com/office/drawing/2014/main" id="{1AC42BE0-2D56-2D92-48B8-04B90717018D}"/>
              </a:ext>
            </a:extLst>
          </p:cNvPr>
          <p:cNvSpPr>
            <a:spLocks noGrp="1"/>
          </p:cNvSpPr>
          <p:nvPr>
            <p:ph type="body" sz="quarter" idx="17"/>
          </p:nvPr>
        </p:nvSpPr>
        <p:spPr>
          <a:xfrm>
            <a:off x="9938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3" name="Google Shape;22;p26">
            <a:extLst>
              <a:ext uri="{FF2B5EF4-FFF2-40B4-BE49-F238E27FC236}">
                <a16:creationId xmlns:a16="http://schemas.microsoft.com/office/drawing/2014/main" id="{BDF998BC-F153-B576-C507-41EDE28E04E2}"/>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7" name="Google Shape;18;p26">
            <a:extLst>
              <a:ext uri="{FF2B5EF4-FFF2-40B4-BE49-F238E27FC236}">
                <a16:creationId xmlns:a16="http://schemas.microsoft.com/office/drawing/2014/main" id="{0279D595-C019-D9CB-AFBF-9163B5AAE44C}"/>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0" name="Text Placeholder 29">
            <a:extLst>
              <a:ext uri="{FF2B5EF4-FFF2-40B4-BE49-F238E27FC236}">
                <a16:creationId xmlns:a16="http://schemas.microsoft.com/office/drawing/2014/main" id="{AD08BCF9-0055-C53E-29A2-D708FB041964}"/>
              </a:ext>
            </a:extLst>
          </p:cNvPr>
          <p:cNvSpPr>
            <a:spLocks noGrp="1"/>
          </p:cNvSpPr>
          <p:nvPr>
            <p:ph type="body" sz="quarter" idx="28"/>
          </p:nvPr>
        </p:nvSpPr>
        <p:spPr>
          <a:xfrm>
            <a:off x="46514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2" name="Text Placeholder 29">
            <a:extLst>
              <a:ext uri="{FF2B5EF4-FFF2-40B4-BE49-F238E27FC236}">
                <a16:creationId xmlns:a16="http://schemas.microsoft.com/office/drawing/2014/main" id="{BA20B6CD-2456-61B2-309E-83E5134297CD}"/>
              </a:ext>
            </a:extLst>
          </p:cNvPr>
          <p:cNvSpPr>
            <a:spLocks noGrp="1"/>
          </p:cNvSpPr>
          <p:nvPr>
            <p:ph type="body" sz="quarter" idx="29"/>
          </p:nvPr>
        </p:nvSpPr>
        <p:spPr>
          <a:xfrm>
            <a:off x="83090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5" name="Text Placeholder 29">
            <a:extLst>
              <a:ext uri="{FF2B5EF4-FFF2-40B4-BE49-F238E27FC236}">
                <a16:creationId xmlns:a16="http://schemas.microsoft.com/office/drawing/2014/main" id="{13FE3F9D-E23C-938C-7DB6-F23E94329FC5}"/>
              </a:ext>
            </a:extLst>
          </p:cNvPr>
          <p:cNvSpPr>
            <a:spLocks noGrp="1"/>
          </p:cNvSpPr>
          <p:nvPr>
            <p:ph type="body" sz="quarter" idx="30"/>
          </p:nvPr>
        </p:nvSpPr>
        <p:spPr>
          <a:xfrm>
            <a:off x="830909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A03FF69E-9DBB-B947-BE0C-347517872542}"/>
              </a:ext>
            </a:extLst>
          </p:cNvPr>
          <p:cNvSpPr>
            <a:spLocks noGrp="1"/>
          </p:cNvSpPr>
          <p:nvPr>
            <p:ph type="body" sz="quarter" idx="31"/>
          </p:nvPr>
        </p:nvSpPr>
        <p:spPr>
          <a:xfrm>
            <a:off x="465149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29">
            <a:extLst>
              <a:ext uri="{FF2B5EF4-FFF2-40B4-BE49-F238E27FC236}">
                <a16:creationId xmlns:a16="http://schemas.microsoft.com/office/drawing/2014/main" id="{8CD8A597-575C-5516-D031-AC2A3FFC038C}"/>
              </a:ext>
            </a:extLst>
          </p:cNvPr>
          <p:cNvSpPr>
            <a:spLocks noGrp="1"/>
          </p:cNvSpPr>
          <p:nvPr>
            <p:ph type="body" sz="quarter" idx="32"/>
          </p:nvPr>
        </p:nvSpPr>
        <p:spPr>
          <a:xfrm>
            <a:off x="100178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436668639"/>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Title Content with Subtitle 2">
    <p:bg>
      <p:bgPr>
        <a:solidFill>
          <a:schemeClr val="tx1"/>
        </a:solidFill>
        <a:effectLst/>
      </p:bgPr>
    </p:bg>
    <p:spTree>
      <p:nvGrpSpPr>
        <p:cNvPr id="1" name=""/>
        <p:cNvGrpSpPr/>
        <p:nvPr/>
      </p:nvGrpSpPr>
      <p:grpSpPr>
        <a:xfrm>
          <a:off x="0" y="0"/>
          <a:ext cx="0" cy="0"/>
          <a:chOff x="0" y="0"/>
          <a:chExt cx="0" cy="0"/>
        </a:xfrm>
      </p:grpSpPr>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7812742B-B5EA-A826-D00D-EA8A7E8F5C42}"/>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D7AED383-9A52-6797-1AB6-80F75FB02648}"/>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40FA7E6F-7BDE-96CA-B9AA-6D74EF94DFC3}"/>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7" name="Picture Placeholder 13">
            <a:extLst>
              <a:ext uri="{FF2B5EF4-FFF2-40B4-BE49-F238E27FC236}">
                <a16:creationId xmlns:a16="http://schemas.microsoft.com/office/drawing/2014/main" id="{ED611402-2286-84C4-61AA-A6BA4F8B82AC}"/>
              </a:ext>
            </a:extLst>
          </p:cNvPr>
          <p:cNvSpPr>
            <a:spLocks noGrp="1"/>
          </p:cNvSpPr>
          <p:nvPr>
            <p:ph type="pic" sz="quarter" idx="21"/>
          </p:nvPr>
        </p:nvSpPr>
        <p:spPr>
          <a:xfrm>
            <a:off x="993896" y="1288487"/>
            <a:ext cx="2555678" cy="3691137"/>
          </a:xfrm>
        </p:spPr>
        <p:txBody>
          <a:bodyPr>
            <a:normAutofit/>
          </a:bodyPr>
          <a:lstStyle>
            <a:lvl1pPr>
              <a:defRPr sz="1000"/>
            </a:lvl1pPr>
          </a:lstStyle>
          <a:p>
            <a:endParaRPr lang="en-GB"/>
          </a:p>
        </p:txBody>
      </p:sp>
      <p:sp>
        <p:nvSpPr>
          <p:cNvPr id="21" name="Picture Placeholder 13">
            <a:extLst>
              <a:ext uri="{FF2B5EF4-FFF2-40B4-BE49-F238E27FC236}">
                <a16:creationId xmlns:a16="http://schemas.microsoft.com/office/drawing/2014/main" id="{48261CAA-7C08-0306-CAD7-67DFC398CB9F}"/>
              </a:ext>
            </a:extLst>
          </p:cNvPr>
          <p:cNvSpPr>
            <a:spLocks noGrp="1"/>
          </p:cNvSpPr>
          <p:nvPr>
            <p:ph type="pic" sz="quarter" idx="22"/>
          </p:nvPr>
        </p:nvSpPr>
        <p:spPr>
          <a:xfrm>
            <a:off x="3696701" y="1288487"/>
            <a:ext cx="2555678" cy="3691137"/>
          </a:xfrm>
        </p:spPr>
        <p:txBody>
          <a:bodyPr>
            <a:normAutofit/>
          </a:bodyPr>
          <a:lstStyle>
            <a:lvl1pPr>
              <a:defRPr sz="1000"/>
            </a:lvl1pPr>
          </a:lstStyle>
          <a:p>
            <a:endParaRPr lang="en-GB"/>
          </a:p>
        </p:txBody>
      </p:sp>
      <p:sp>
        <p:nvSpPr>
          <p:cNvPr id="22" name="Picture Placeholder 13">
            <a:extLst>
              <a:ext uri="{FF2B5EF4-FFF2-40B4-BE49-F238E27FC236}">
                <a16:creationId xmlns:a16="http://schemas.microsoft.com/office/drawing/2014/main" id="{086FD225-3ED5-8F6F-C1B3-A1B349DDE180}"/>
              </a:ext>
            </a:extLst>
          </p:cNvPr>
          <p:cNvSpPr>
            <a:spLocks noGrp="1"/>
          </p:cNvSpPr>
          <p:nvPr>
            <p:ph type="pic" sz="quarter" idx="23"/>
          </p:nvPr>
        </p:nvSpPr>
        <p:spPr>
          <a:xfrm>
            <a:off x="6399506" y="1288487"/>
            <a:ext cx="2555678" cy="3691137"/>
          </a:xfrm>
        </p:spPr>
        <p:txBody>
          <a:bodyPr>
            <a:normAutofit/>
          </a:bodyPr>
          <a:lstStyle>
            <a:lvl1pPr>
              <a:defRPr sz="1000"/>
            </a:lvl1pPr>
          </a:lstStyle>
          <a:p>
            <a:endParaRPr lang="en-GB"/>
          </a:p>
        </p:txBody>
      </p:sp>
      <p:sp>
        <p:nvSpPr>
          <p:cNvPr id="23" name="Picture Placeholder 13">
            <a:extLst>
              <a:ext uri="{FF2B5EF4-FFF2-40B4-BE49-F238E27FC236}">
                <a16:creationId xmlns:a16="http://schemas.microsoft.com/office/drawing/2014/main" id="{0B2FC53B-45CA-2392-456B-039DC8D4107D}"/>
              </a:ext>
            </a:extLst>
          </p:cNvPr>
          <p:cNvSpPr>
            <a:spLocks noGrp="1"/>
          </p:cNvSpPr>
          <p:nvPr>
            <p:ph type="pic" sz="quarter" idx="24"/>
          </p:nvPr>
        </p:nvSpPr>
        <p:spPr>
          <a:xfrm>
            <a:off x="9102312" y="1288487"/>
            <a:ext cx="2555678" cy="3691137"/>
          </a:xfrm>
        </p:spPr>
        <p:txBody>
          <a:bodyPr>
            <a:normAutofit/>
          </a:bodyPr>
          <a:lstStyle>
            <a:lvl1pPr>
              <a:defRPr sz="1000"/>
            </a:lvl1pPr>
          </a:lstStyle>
          <a:p>
            <a:endParaRPr lang="en-GB"/>
          </a:p>
        </p:txBody>
      </p:sp>
      <p:pic>
        <p:nvPicPr>
          <p:cNvPr id="4" name="Graphic 3">
            <a:extLst>
              <a:ext uri="{FF2B5EF4-FFF2-40B4-BE49-F238E27FC236}">
                <a16:creationId xmlns:a16="http://schemas.microsoft.com/office/drawing/2014/main" id="{10440387-C8FB-18F4-A9CA-3C92F607A95D}"/>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Google Shape;18;p26">
            <a:extLst>
              <a:ext uri="{FF2B5EF4-FFF2-40B4-BE49-F238E27FC236}">
                <a16:creationId xmlns:a16="http://schemas.microsoft.com/office/drawing/2014/main" id="{FAB31B88-AAA4-93D8-1EF0-AF15DC99F64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2455404-430D-61F3-C88F-44098D09A56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917760C0-327F-11D4-C492-76B2A73CB11A}"/>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7274587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Title Content with Subtitle 2">
    <p:bg>
      <p:bgPr>
        <a:solidFill>
          <a:schemeClr val="bg1"/>
        </a:solidFill>
        <a:effectLst/>
      </p:bgPr>
    </p:bg>
    <p:spTree>
      <p:nvGrpSpPr>
        <p:cNvPr id="1" name=""/>
        <p:cNvGrpSpPr/>
        <p:nvPr/>
      </p:nvGrpSpPr>
      <p:grpSpPr>
        <a:xfrm>
          <a:off x="0" y="0"/>
          <a:ext cx="0" cy="0"/>
          <a:chOff x="0" y="0"/>
          <a:chExt cx="0" cy="0"/>
        </a:xfrm>
      </p:grpSpPr>
      <p:sp>
        <p:nvSpPr>
          <p:cNvPr id="4" name="Text Placeholder 29">
            <a:extLst>
              <a:ext uri="{FF2B5EF4-FFF2-40B4-BE49-F238E27FC236}">
                <a16:creationId xmlns:a16="http://schemas.microsoft.com/office/drawing/2014/main" id="{2C8A0DDA-CF2F-C90B-C88B-662DC5A84161}"/>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5" name="Text Placeholder 29">
            <a:extLst>
              <a:ext uri="{FF2B5EF4-FFF2-40B4-BE49-F238E27FC236}">
                <a16:creationId xmlns:a16="http://schemas.microsoft.com/office/drawing/2014/main" id="{FE533F53-5F39-197F-584A-55552DA6DA27}"/>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6" name="Text Placeholder 29">
            <a:extLst>
              <a:ext uri="{FF2B5EF4-FFF2-40B4-BE49-F238E27FC236}">
                <a16:creationId xmlns:a16="http://schemas.microsoft.com/office/drawing/2014/main" id="{A25C08EE-2973-05B1-C777-A12BAE23D254}"/>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0" name="Text Placeholder 29">
            <a:extLst>
              <a:ext uri="{FF2B5EF4-FFF2-40B4-BE49-F238E27FC236}">
                <a16:creationId xmlns:a16="http://schemas.microsoft.com/office/drawing/2014/main" id="{84175955-06ED-8621-1F35-BA0FB5D7D7A7}"/>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2" name="Picture Placeholder 13">
            <a:extLst>
              <a:ext uri="{FF2B5EF4-FFF2-40B4-BE49-F238E27FC236}">
                <a16:creationId xmlns:a16="http://schemas.microsoft.com/office/drawing/2014/main" id="{BB46B5F1-C8B1-7564-50AA-442061B7D6FC}"/>
              </a:ext>
            </a:extLst>
          </p:cNvPr>
          <p:cNvSpPr>
            <a:spLocks noGrp="1"/>
          </p:cNvSpPr>
          <p:nvPr>
            <p:ph type="pic" sz="quarter" idx="21"/>
          </p:nvPr>
        </p:nvSpPr>
        <p:spPr>
          <a:xfrm>
            <a:off x="993896" y="1288487"/>
            <a:ext cx="2555678" cy="3691137"/>
          </a:xfrm>
        </p:spPr>
        <p:txBody>
          <a:bodyPr>
            <a:normAutofit/>
          </a:bodyPr>
          <a:lstStyle>
            <a:lvl1pPr>
              <a:defRPr sz="1000">
                <a:solidFill>
                  <a:schemeClr val="tx1"/>
                </a:solidFill>
              </a:defRPr>
            </a:lvl1pPr>
          </a:lstStyle>
          <a:p>
            <a:endParaRPr lang="en-GB"/>
          </a:p>
        </p:txBody>
      </p:sp>
      <p:sp>
        <p:nvSpPr>
          <p:cNvPr id="13" name="Picture Placeholder 13">
            <a:extLst>
              <a:ext uri="{FF2B5EF4-FFF2-40B4-BE49-F238E27FC236}">
                <a16:creationId xmlns:a16="http://schemas.microsoft.com/office/drawing/2014/main" id="{D541EE71-9004-D78A-46A7-C1B882F88124}"/>
              </a:ext>
            </a:extLst>
          </p:cNvPr>
          <p:cNvSpPr>
            <a:spLocks noGrp="1"/>
          </p:cNvSpPr>
          <p:nvPr>
            <p:ph type="pic" sz="quarter" idx="22"/>
          </p:nvPr>
        </p:nvSpPr>
        <p:spPr>
          <a:xfrm>
            <a:off x="3696701" y="1288487"/>
            <a:ext cx="2555678" cy="3691137"/>
          </a:xfrm>
        </p:spPr>
        <p:txBody>
          <a:bodyPr>
            <a:normAutofit/>
          </a:bodyPr>
          <a:lstStyle>
            <a:lvl1pPr>
              <a:defRPr sz="1000">
                <a:solidFill>
                  <a:schemeClr val="tx1"/>
                </a:solidFill>
              </a:defRPr>
            </a:lvl1pPr>
          </a:lstStyle>
          <a:p>
            <a:endParaRPr lang="en-GB"/>
          </a:p>
        </p:txBody>
      </p:sp>
      <p:sp>
        <p:nvSpPr>
          <p:cNvPr id="16" name="Picture Placeholder 13">
            <a:extLst>
              <a:ext uri="{FF2B5EF4-FFF2-40B4-BE49-F238E27FC236}">
                <a16:creationId xmlns:a16="http://schemas.microsoft.com/office/drawing/2014/main" id="{AC63FC5A-402B-328F-2AD6-13A451FFD2F6}"/>
              </a:ext>
            </a:extLst>
          </p:cNvPr>
          <p:cNvSpPr>
            <a:spLocks noGrp="1"/>
          </p:cNvSpPr>
          <p:nvPr>
            <p:ph type="pic" sz="quarter" idx="23"/>
          </p:nvPr>
        </p:nvSpPr>
        <p:spPr>
          <a:xfrm>
            <a:off x="6399506" y="1288487"/>
            <a:ext cx="2555678" cy="3691137"/>
          </a:xfrm>
        </p:spPr>
        <p:txBody>
          <a:bodyPr>
            <a:normAutofit/>
          </a:bodyPr>
          <a:lstStyle>
            <a:lvl1pPr>
              <a:defRPr sz="1000">
                <a:solidFill>
                  <a:schemeClr val="tx1"/>
                </a:solidFill>
              </a:defRPr>
            </a:lvl1pPr>
          </a:lstStyle>
          <a:p>
            <a:endParaRPr lang="en-GB"/>
          </a:p>
        </p:txBody>
      </p:sp>
      <p:sp>
        <p:nvSpPr>
          <p:cNvPr id="17" name="Picture Placeholder 13">
            <a:extLst>
              <a:ext uri="{FF2B5EF4-FFF2-40B4-BE49-F238E27FC236}">
                <a16:creationId xmlns:a16="http://schemas.microsoft.com/office/drawing/2014/main" id="{DF26EEDC-8832-421D-9DB7-BCF54FE6D9B7}"/>
              </a:ext>
            </a:extLst>
          </p:cNvPr>
          <p:cNvSpPr>
            <a:spLocks noGrp="1"/>
          </p:cNvSpPr>
          <p:nvPr>
            <p:ph type="pic" sz="quarter" idx="24"/>
          </p:nvPr>
        </p:nvSpPr>
        <p:spPr>
          <a:xfrm>
            <a:off x="9102312" y="1288487"/>
            <a:ext cx="2555678" cy="3691137"/>
          </a:xfrm>
        </p:spPr>
        <p:txBody>
          <a:bodyPr>
            <a:normAutofit/>
          </a:bodyPr>
          <a:lstStyle>
            <a:lvl1pPr>
              <a:defRPr sz="1000">
                <a:solidFill>
                  <a:schemeClr val="tx1"/>
                </a:solidFill>
              </a:defRPr>
            </a:lvl1pPr>
          </a:lstStyle>
          <a:p>
            <a:endParaRPr lang="en-GB"/>
          </a:p>
        </p:txBody>
      </p:sp>
      <p:sp>
        <p:nvSpPr>
          <p:cNvPr id="3" name="Google Shape;22;p26">
            <a:extLst>
              <a:ext uri="{FF2B5EF4-FFF2-40B4-BE49-F238E27FC236}">
                <a16:creationId xmlns:a16="http://schemas.microsoft.com/office/drawing/2014/main" id="{77141DC7-BA74-FA54-C25B-394DA004F204}"/>
              </a:ext>
            </a:extLst>
          </p:cNvPr>
          <p:cNvSpPr txBox="1">
            <a:spLocks noGrp="1"/>
          </p:cNvSpPr>
          <p:nvPr>
            <p:ph type="ftr" idx="3"/>
          </p:nvPr>
        </p:nvSpPr>
        <p:spPr>
          <a:xfrm>
            <a:off x="9562035"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9" name="Google Shape;18;p26">
            <a:extLst>
              <a:ext uri="{FF2B5EF4-FFF2-40B4-BE49-F238E27FC236}">
                <a16:creationId xmlns:a16="http://schemas.microsoft.com/office/drawing/2014/main" id="{1CD3AB12-AD83-360C-FFFB-1288B30761B9}"/>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18961107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Title Content with Subtitle 2">
    <p:bg>
      <p:bgPr>
        <a:solidFill>
          <a:schemeClr val="tx1"/>
        </a:solidFill>
        <a:effectLst/>
      </p:bgPr>
    </p:bg>
    <p:spTree>
      <p:nvGrpSpPr>
        <p:cNvPr id="1" name=""/>
        <p:cNvGrpSpPr/>
        <p:nvPr/>
      </p:nvGrpSpPr>
      <p:grpSpPr>
        <a:xfrm>
          <a:off x="0" y="0"/>
          <a:ext cx="0" cy="0"/>
          <a:chOff x="0" y="0"/>
          <a:chExt cx="0" cy="0"/>
        </a:xfrm>
      </p:grpSpPr>
      <p:sp>
        <p:nvSpPr>
          <p:cNvPr id="17" name="Text Placeholder 29">
            <a:extLst>
              <a:ext uri="{FF2B5EF4-FFF2-40B4-BE49-F238E27FC236}">
                <a16:creationId xmlns:a16="http://schemas.microsoft.com/office/drawing/2014/main" id="{AC7F0161-71EE-6B22-A6E5-CA59FF01D5AA}"/>
              </a:ext>
            </a:extLst>
          </p:cNvPr>
          <p:cNvSpPr>
            <a:spLocks noGrp="1"/>
          </p:cNvSpPr>
          <p:nvPr>
            <p:ph type="body" sz="quarter" idx="23"/>
          </p:nvPr>
        </p:nvSpPr>
        <p:spPr>
          <a:xfrm>
            <a:off x="3695119"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0F2ACCF6-C80A-A638-3A59-400CD1915DA1}"/>
              </a:ext>
            </a:extLst>
          </p:cNvPr>
          <p:cNvSpPr>
            <a:spLocks noGrp="1"/>
          </p:cNvSpPr>
          <p:nvPr>
            <p:ph type="body" sz="quarter" idx="24"/>
          </p:nvPr>
        </p:nvSpPr>
        <p:spPr>
          <a:xfrm>
            <a:off x="6394252"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9" name="Text Placeholder 29">
            <a:extLst>
              <a:ext uri="{FF2B5EF4-FFF2-40B4-BE49-F238E27FC236}">
                <a16:creationId xmlns:a16="http://schemas.microsoft.com/office/drawing/2014/main" id="{3F632B57-9DB9-B8D4-D30F-168C7C2AB8AF}"/>
              </a:ext>
            </a:extLst>
          </p:cNvPr>
          <p:cNvSpPr>
            <a:spLocks noGrp="1"/>
          </p:cNvSpPr>
          <p:nvPr>
            <p:ph type="body" sz="quarter" idx="25"/>
          </p:nvPr>
        </p:nvSpPr>
        <p:spPr>
          <a:xfrm>
            <a:off x="9093384"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pic>
        <p:nvPicPr>
          <p:cNvPr id="7" name="Graphic 6">
            <a:extLst>
              <a:ext uri="{FF2B5EF4-FFF2-40B4-BE49-F238E27FC236}">
                <a16:creationId xmlns:a16="http://schemas.microsoft.com/office/drawing/2014/main" id="{C9FB924E-3FC3-7113-EE69-F976405F959F}"/>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Text Placeholder 29">
            <a:extLst>
              <a:ext uri="{FF2B5EF4-FFF2-40B4-BE49-F238E27FC236}">
                <a16:creationId xmlns:a16="http://schemas.microsoft.com/office/drawing/2014/main" id="{FEEB06D8-3F5F-F13A-79D5-8DC9DE239F77}"/>
              </a:ext>
            </a:extLst>
          </p:cNvPr>
          <p:cNvSpPr>
            <a:spLocks noGrp="1"/>
          </p:cNvSpPr>
          <p:nvPr>
            <p:ph type="body" sz="quarter" idx="22"/>
          </p:nvPr>
        </p:nvSpPr>
        <p:spPr>
          <a:xfrm>
            <a:off x="993896"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0" name="Google Shape;24;p26">
            <a:extLst>
              <a:ext uri="{FF2B5EF4-FFF2-40B4-BE49-F238E27FC236}">
                <a16:creationId xmlns:a16="http://schemas.microsoft.com/office/drawing/2014/main" id="{374FBE35-26DC-5388-6D08-51E66D619245}"/>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1" name="Google Shape;18;p26">
            <a:extLst>
              <a:ext uri="{FF2B5EF4-FFF2-40B4-BE49-F238E27FC236}">
                <a16:creationId xmlns:a16="http://schemas.microsoft.com/office/drawing/2014/main" id="{A0662B01-017D-6D6B-017D-C78B1F7E313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E7AADF0-857D-9550-F2D2-AA568D7B8AB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Google Shape;21;p33">
            <a:extLst>
              <a:ext uri="{FF2B5EF4-FFF2-40B4-BE49-F238E27FC236}">
                <a16:creationId xmlns:a16="http://schemas.microsoft.com/office/drawing/2014/main" id="{4D8E7F14-9C0A-3B96-68E4-98A22A03751D}"/>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671496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_Title Content with Subtitle 2">
    <p:bg>
      <p:bgPr>
        <a:solidFill>
          <a:schemeClr val="bg1"/>
        </a:solidFill>
        <a:effectLst/>
      </p:bgPr>
    </p:bg>
    <p:spTree>
      <p:nvGrpSpPr>
        <p:cNvPr id="1" name=""/>
        <p:cNvGrpSpPr/>
        <p:nvPr/>
      </p:nvGrpSpPr>
      <p:grpSpPr>
        <a:xfrm>
          <a:off x="0" y="0"/>
          <a:ext cx="0" cy="0"/>
          <a:chOff x="0" y="0"/>
          <a:chExt cx="0" cy="0"/>
        </a:xfrm>
      </p:grpSpPr>
      <p:sp>
        <p:nvSpPr>
          <p:cNvPr id="7" name="Text Placeholder 29">
            <a:extLst>
              <a:ext uri="{FF2B5EF4-FFF2-40B4-BE49-F238E27FC236}">
                <a16:creationId xmlns:a16="http://schemas.microsoft.com/office/drawing/2014/main" id="{3AA61CA9-2BE2-2D06-EFB2-9DD29718F0A3}"/>
              </a:ext>
            </a:extLst>
          </p:cNvPr>
          <p:cNvSpPr>
            <a:spLocks noGrp="1"/>
          </p:cNvSpPr>
          <p:nvPr>
            <p:ph type="body" sz="quarter" idx="22"/>
          </p:nvPr>
        </p:nvSpPr>
        <p:spPr>
          <a:xfrm>
            <a:off x="3693028"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0" name="Google Shape;24;p26">
            <a:extLst>
              <a:ext uri="{FF2B5EF4-FFF2-40B4-BE49-F238E27FC236}">
                <a16:creationId xmlns:a16="http://schemas.microsoft.com/office/drawing/2014/main" id="{6B6C8047-0491-9C29-C47A-B6FD3FB089CD}"/>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 name="Text Placeholder 29">
            <a:extLst>
              <a:ext uri="{FF2B5EF4-FFF2-40B4-BE49-F238E27FC236}">
                <a16:creationId xmlns:a16="http://schemas.microsoft.com/office/drawing/2014/main" id="{C058A599-7521-1D71-1E08-22071D540686}"/>
              </a:ext>
            </a:extLst>
          </p:cNvPr>
          <p:cNvSpPr>
            <a:spLocks noGrp="1"/>
          </p:cNvSpPr>
          <p:nvPr>
            <p:ph type="body" sz="quarter" idx="17"/>
          </p:nvPr>
        </p:nvSpPr>
        <p:spPr>
          <a:xfrm>
            <a:off x="993896"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3" name="Google Shape;22;p26">
            <a:extLst>
              <a:ext uri="{FF2B5EF4-FFF2-40B4-BE49-F238E27FC236}">
                <a16:creationId xmlns:a16="http://schemas.microsoft.com/office/drawing/2014/main" id="{FACF5EA3-536E-0471-A9D0-F110C4ED1A7B}"/>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E11DD705-ACC2-9E51-BCC3-79A140DF1F29}"/>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8" name="Text Placeholder 29">
            <a:extLst>
              <a:ext uri="{FF2B5EF4-FFF2-40B4-BE49-F238E27FC236}">
                <a16:creationId xmlns:a16="http://schemas.microsoft.com/office/drawing/2014/main" id="{DC442611-3D6A-330A-C05C-6AFF629C665A}"/>
              </a:ext>
            </a:extLst>
          </p:cNvPr>
          <p:cNvSpPr>
            <a:spLocks noGrp="1"/>
          </p:cNvSpPr>
          <p:nvPr>
            <p:ph type="body" sz="quarter" idx="23"/>
          </p:nvPr>
        </p:nvSpPr>
        <p:spPr>
          <a:xfrm>
            <a:off x="9091293"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E30FCCAB-5945-B145-6A8F-4B81A61F068B}"/>
              </a:ext>
            </a:extLst>
          </p:cNvPr>
          <p:cNvSpPr>
            <a:spLocks noGrp="1"/>
          </p:cNvSpPr>
          <p:nvPr>
            <p:ph type="body" sz="quarter" idx="24"/>
          </p:nvPr>
        </p:nvSpPr>
        <p:spPr>
          <a:xfrm>
            <a:off x="6392161"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Tree>
    <p:extLst>
      <p:ext uri="{BB962C8B-B14F-4D97-AF65-F5344CB8AC3E}">
        <p14:creationId xmlns:p14="http://schemas.microsoft.com/office/powerpoint/2010/main" val="26187053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and Object Box">
    <p:spTree>
      <p:nvGrpSpPr>
        <p:cNvPr id="1" name=""/>
        <p:cNvGrpSpPr/>
        <p:nvPr/>
      </p:nvGrpSpPr>
      <p:grpSpPr>
        <a:xfrm>
          <a:off x="0" y="0"/>
          <a:ext cx="0" cy="0"/>
          <a:chOff x="0" y="0"/>
          <a:chExt cx="0" cy="0"/>
        </a:xfrm>
      </p:grpSpPr>
      <p:sp>
        <p:nvSpPr>
          <p:cNvPr id="3" name="Google Shape;24;p26">
            <a:extLst>
              <a:ext uri="{FF2B5EF4-FFF2-40B4-BE49-F238E27FC236}">
                <a16:creationId xmlns:a16="http://schemas.microsoft.com/office/drawing/2014/main" id="{52C9C0D3-8DC3-41FC-E41A-697E9048B58D}"/>
              </a:ext>
            </a:extLst>
          </p:cNvPr>
          <p:cNvSpPr txBox="1">
            <a:spLocks noGrp="1"/>
          </p:cNvSpPr>
          <p:nvPr>
            <p:ph type="body" idx="2" hasCustomPrompt="1"/>
          </p:nvPr>
        </p:nvSpPr>
        <p:spPr>
          <a:xfrm>
            <a:off x="993896" y="1085261"/>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tx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4" name="Text Placeholder 29">
            <a:extLst>
              <a:ext uri="{FF2B5EF4-FFF2-40B4-BE49-F238E27FC236}">
                <a16:creationId xmlns:a16="http://schemas.microsoft.com/office/drawing/2014/main" id="{E615A253-5B1E-9AB4-D135-0130D8C50288}"/>
              </a:ext>
            </a:extLst>
          </p:cNvPr>
          <p:cNvSpPr>
            <a:spLocks noGrp="1"/>
          </p:cNvSpPr>
          <p:nvPr>
            <p:ph type="body" sz="quarter" idx="12"/>
          </p:nvPr>
        </p:nvSpPr>
        <p:spPr>
          <a:xfrm>
            <a:off x="993895" y="1961393"/>
            <a:ext cx="4862241" cy="3805729"/>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2"/>
              </a:buBlip>
              <a:defRPr sz="1600" b="0" i="0">
                <a:solidFill>
                  <a:schemeClr val="tx1"/>
                </a:solidFill>
                <a:latin typeface="Funnel Sans" pitchFamily="2" charset="0"/>
              </a:defRPr>
            </a:lvl2pPr>
            <a:lvl3pPr marL="576000" indent="-217560">
              <a:lnSpc>
                <a:spcPct val="100000"/>
              </a:lnSpc>
              <a:buFontTx/>
              <a:buBlip>
                <a:blip r:embed="rId2"/>
              </a:buBlip>
              <a:defRPr sz="1400" b="0" i="0">
                <a:solidFill>
                  <a:schemeClr val="tx1"/>
                </a:solidFill>
                <a:latin typeface="Funnel Sans" pitchFamily="2" charset="0"/>
              </a:defRPr>
            </a:lvl3pPr>
            <a:lvl4pPr marL="936000" indent="-216000">
              <a:lnSpc>
                <a:spcPct val="100000"/>
              </a:lnSpc>
              <a:buFontTx/>
              <a:buBlip>
                <a:blip r:embed="rId2"/>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29">
            <a:extLst>
              <a:ext uri="{FF2B5EF4-FFF2-40B4-BE49-F238E27FC236}">
                <a16:creationId xmlns:a16="http://schemas.microsoft.com/office/drawing/2014/main" id="{F0E2F280-E6EB-5C71-2F3F-12C955E1A4AF}"/>
              </a:ext>
            </a:extLst>
          </p:cNvPr>
          <p:cNvSpPr>
            <a:spLocks noGrp="1"/>
          </p:cNvSpPr>
          <p:nvPr>
            <p:ph type="body" sz="quarter" idx="15"/>
          </p:nvPr>
        </p:nvSpPr>
        <p:spPr>
          <a:xfrm>
            <a:off x="6096000" y="1961393"/>
            <a:ext cx="4862241" cy="3805729"/>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2"/>
              </a:buBlip>
              <a:defRPr sz="1600" b="0" i="0">
                <a:solidFill>
                  <a:schemeClr val="tx1"/>
                </a:solidFill>
                <a:latin typeface="Funnel Sans" pitchFamily="2" charset="0"/>
              </a:defRPr>
            </a:lvl2pPr>
            <a:lvl3pPr marL="576000" indent="-217560">
              <a:lnSpc>
                <a:spcPct val="100000"/>
              </a:lnSpc>
              <a:buFontTx/>
              <a:buBlip>
                <a:blip r:embed="rId2"/>
              </a:buBlip>
              <a:defRPr sz="1400" b="0" i="0">
                <a:solidFill>
                  <a:schemeClr val="tx1"/>
                </a:solidFill>
                <a:latin typeface="Funnel Sans" pitchFamily="2" charset="0"/>
              </a:defRPr>
            </a:lvl3pPr>
            <a:lvl4pPr marL="936000" indent="-216000">
              <a:lnSpc>
                <a:spcPct val="100000"/>
              </a:lnSpc>
              <a:buFontTx/>
              <a:buBlip>
                <a:blip r:embed="rId2"/>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Google Shape;22;p26">
            <a:extLst>
              <a:ext uri="{FF2B5EF4-FFF2-40B4-BE49-F238E27FC236}">
                <a16:creationId xmlns:a16="http://schemas.microsoft.com/office/drawing/2014/main" id="{0E05869E-EB3E-6E95-2C03-799E1759E05F}"/>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10" name="Google Shape;18;p26">
            <a:extLst>
              <a:ext uri="{FF2B5EF4-FFF2-40B4-BE49-F238E27FC236}">
                <a16:creationId xmlns:a16="http://schemas.microsoft.com/office/drawing/2014/main" id="{8B3A4F18-670E-635A-0CCD-8B27F72D6D4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3268498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hank you 2">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F8BCBBF0-E111-F024-4228-62A396116D4A}"/>
              </a:ext>
            </a:extLst>
          </p:cNvPr>
          <p:cNvSpPr>
            <a:spLocks noGrp="1"/>
          </p:cNvSpPr>
          <p:nvPr>
            <p:ph type="pic" sz="quarter" idx="10"/>
          </p:nvPr>
        </p:nvSpPr>
        <p:spPr>
          <a:xfrm>
            <a:off x="0" y="-1"/>
            <a:ext cx="12190413" cy="6858001"/>
          </a:xfrm>
        </p:spPr>
        <p:txBody>
          <a:bodyPr/>
          <a:lstStyle/>
          <a:p>
            <a:endParaRPr lang="en-IN"/>
          </a:p>
        </p:txBody>
      </p:sp>
      <p:sp>
        <p:nvSpPr>
          <p:cNvPr id="10" name="Google Shape;41;p28">
            <a:extLst>
              <a:ext uri="{FF2B5EF4-FFF2-40B4-BE49-F238E27FC236}">
                <a16:creationId xmlns:a16="http://schemas.microsoft.com/office/drawing/2014/main" id="{F6B6806E-A381-7E40-8F66-368932A6FEBF}"/>
              </a:ext>
            </a:extLst>
          </p:cNvPr>
          <p:cNvSpPr txBox="1">
            <a:spLocks noGrp="1"/>
          </p:cNvSpPr>
          <p:nvPr>
            <p:ph type="title" hasCustomPrompt="1"/>
          </p:nvPr>
        </p:nvSpPr>
        <p:spPr>
          <a:xfrm>
            <a:off x="910210" y="2568795"/>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Thank you</a:t>
            </a:r>
            <a:endParaRPr/>
          </a:p>
        </p:txBody>
      </p:sp>
      <p:sp>
        <p:nvSpPr>
          <p:cNvPr id="3" name="Google Shape;22;p26">
            <a:extLst>
              <a:ext uri="{FF2B5EF4-FFF2-40B4-BE49-F238E27FC236}">
                <a16:creationId xmlns:a16="http://schemas.microsoft.com/office/drawing/2014/main" id="{856A676F-3E51-6AED-EE05-71BA38E63DC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solidFill>
                  <a:schemeClr val="bg1">
                    <a:alpha val="50000"/>
                  </a:schemeClr>
                </a:solidFill>
              </a:rPr>
              <a:t>© 2025 Copyright Genpact. All Rights Reserved.</a:t>
            </a:r>
          </a:p>
        </p:txBody>
      </p:sp>
      <p:pic>
        <p:nvPicPr>
          <p:cNvPr id="13" name="Picture 12" descr="A logo with white text&#10;&#10;Description automatically generated">
            <a:extLst>
              <a:ext uri="{FF2B5EF4-FFF2-40B4-BE49-F238E27FC236}">
                <a16:creationId xmlns:a16="http://schemas.microsoft.com/office/drawing/2014/main" id="{4CD2F015-6671-BB1E-08B5-3E9A224E355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42049" y="2152270"/>
            <a:ext cx="4869997" cy="2553458"/>
          </a:xfrm>
          <a:prstGeom prst="rect">
            <a:avLst/>
          </a:prstGeom>
        </p:spPr>
      </p:pic>
    </p:spTree>
    <p:extLst>
      <p:ext uri="{BB962C8B-B14F-4D97-AF65-F5344CB8AC3E}">
        <p14:creationId xmlns:p14="http://schemas.microsoft.com/office/powerpoint/2010/main" val="27167850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31C43D78-E981-9982-64C3-F187938C776F}"/>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1DC78D17-A852-450F-A253-70AA3229F384}"/>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6538496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5D15AF2D-C12D-449E-D174-0D5AE6887B6E}"/>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DFA86F58-FA53-A9B5-9057-25AB9A16D3D3}"/>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8055837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7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248A3CC8-FE84-B70A-CD42-AD9C544ACBC3}"/>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1055834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1F72401B-92E5-25AE-3FEA-BB711A0C570C}"/>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2522864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3" name="Picture Placeholder 7">
            <a:extLst>
              <a:ext uri="{FF2B5EF4-FFF2-40B4-BE49-F238E27FC236}">
                <a16:creationId xmlns:a16="http://schemas.microsoft.com/office/drawing/2014/main" id="{B862E0FE-4F87-5684-E32E-370D3CF9A849}"/>
              </a:ext>
            </a:extLst>
          </p:cNvPr>
          <p:cNvSpPr>
            <a:spLocks noGrp="1"/>
          </p:cNvSpPr>
          <p:nvPr>
            <p:ph type="pic" sz="quarter" idx="10"/>
          </p:nvPr>
        </p:nvSpPr>
        <p:spPr>
          <a:xfrm>
            <a:off x="6096000" y="0"/>
            <a:ext cx="6096000" cy="6858000"/>
          </a:xfrm>
        </p:spPr>
        <p:txBody>
          <a:bodyPr/>
          <a:lstStyle/>
          <a:p>
            <a:endParaRPr lang="en-IN"/>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1055834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8F8ABE9E-B85C-7854-0B7D-FD84CA7D1DC2}"/>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41991750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4FC512E5-9F1F-7A0D-7A71-51A402E2842E}"/>
              </a:ext>
            </a:extLst>
          </p:cNvPr>
          <p:cNvSpPr>
            <a:spLocks noGrp="1"/>
          </p:cNvSpPr>
          <p:nvPr>
            <p:ph type="pic" sz="quarter" idx="10"/>
          </p:nvPr>
        </p:nvSpPr>
        <p:spPr>
          <a:xfrm>
            <a:off x="6096000" y="0"/>
            <a:ext cx="6096000" cy="6858000"/>
          </a:xfrm>
        </p:spPr>
        <p:txBody>
          <a:bodyPr/>
          <a:lstStyle/>
          <a:p>
            <a:endParaRPr lang="en-IN"/>
          </a:p>
        </p:txBody>
      </p:sp>
      <p:sp>
        <p:nvSpPr>
          <p:cNvPr id="3" name="Rectangle 2">
            <a:extLst>
              <a:ext uri="{FF2B5EF4-FFF2-40B4-BE49-F238E27FC236}">
                <a16:creationId xmlns:a16="http://schemas.microsoft.com/office/drawing/2014/main" id="{1508DED2-D351-6F02-97F0-EC8D5DB87D78}"/>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6" name="Graphic 5">
            <a:extLst>
              <a:ext uri="{FF2B5EF4-FFF2-40B4-BE49-F238E27FC236}">
                <a16:creationId xmlns:a16="http://schemas.microsoft.com/office/drawing/2014/main" id="{64A1C97A-8611-4A24-A3B9-7CA7D0758DB3}"/>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32" name="Google Shape;24;p26">
            <a:extLst>
              <a:ext uri="{FF2B5EF4-FFF2-40B4-BE49-F238E27FC236}">
                <a16:creationId xmlns:a16="http://schemas.microsoft.com/office/drawing/2014/main" id="{CD5D790D-9423-B18B-2082-61298E142DFA}"/>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33" name="Google Shape;24;p26">
            <a:extLst>
              <a:ext uri="{FF2B5EF4-FFF2-40B4-BE49-F238E27FC236}">
                <a16:creationId xmlns:a16="http://schemas.microsoft.com/office/drawing/2014/main" id="{FAC077C5-23DB-6672-D948-DEFEE9E8266F}"/>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34" name="Google Shape;24;p26">
            <a:extLst>
              <a:ext uri="{FF2B5EF4-FFF2-40B4-BE49-F238E27FC236}">
                <a16:creationId xmlns:a16="http://schemas.microsoft.com/office/drawing/2014/main" id="{2918299F-FCC7-1765-77FB-44EB16488DB3}"/>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35" name="Google Shape;24;p26">
            <a:extLst>
              <a:ext uri="{FF2B5EF4-FFF2-40B4-BE49-F238E27FC236}">
                <a16:creationId xmlns:a16="http://schemas.microsoft.com/office/drawing/2014/main" id="{1F0EBE5B-16A9-6E53-E884-D6A6B0D8C39C}"/>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36" name="Google Shape;24;p26">
            <a:extLst>
              <a:ext uri="{FF2B5EF4-FFF2-40B4-BE49-F238E27FC236}">
                <a16:creationId xmlns:a16="http://schemas.microsoft.com/office/drawing/2014/main" id="{67FF5144-A4A4-1D38-9F43-B38D8CDE582F}"/>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37" name="Google Shape;24;p26">
            <a:extLst>
              <a:ext uri="{FF2B5EF4-FFF2-40B4-BE49-F238E27FC236}">
                <a16:creationId xmlns:a16="http://schemas.microsoft.com/office/drawing/2014/main" id="{B9E94BB8-D4CD-EDF0-4B6E-0D409D46B46D}"/>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8" name="Google Shape;18;p26">
            <a:extLst>
              <a:ext uri="{FF2B5EF4-FFF2-40B4-BE49-F238E27FC236}">
                <a16:creationId xmlns:a16="http://schemas.microsoft.com/office/drawing/2014/main" id="{0FB8683D-0CDA-5A7B-8A1E-49E07216AD49}"/>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sp>
        <p:nvSpPr>
          <p:cNvPr id="2" name="Google Shape;22;p26">
            <a:extLst>
              <a:ext uri="{FF2B5EF4-FFF2-40B4-BE49-F238E27FC236}">
                <a16:creationId xmlns:a16="http://schemas.microsoft.com/office/drawing/2014/main" id="{E54128B7-0DEE-77CB-AEBE-B9DF33ED228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4" name="Google Shape;21;p33">
            <a:extLst>
              <a:ext uri="{FF2B5EF4-FFF2-40B4-BE49-F238E27FC236}">
                <a16:creationId xmlns:a16="http://schemas.microsoft.com/office/drawing/2014/main" id="{1074D97E-DB98-E915-569A-5882E1EC4C63}"/>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chemeClr val="bg1"/>
                </a:solidFill>
              </a:rPr>
              <a:pPr/>
              <a:t>‹#›</a:t>
            </a:fld>
            <a:endParaRPr lang="en-US" dirty="0">
              <a:solidFill>
                <a:schemeClr val="bg1"/>
              </a:solidFill>
            </a:endParaRPr>
          </a:p>
        </p:txBody>
      </p:sp>
    </p:spTree>
    <p:extLst>
      <p:ext uri="{BB962C8B-B14F-4D97-AF65-F5344CB8AC3E}">
        <p14:creationId xmlns:p14="http://schemas.microsoft.com/office/powerpoint/2010/main" val="13206495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with Subtitle 2">
    <p:bg>
      <p:bgPr>
        <a:solidFill>
          <a:schemeClr val="tx1"/>
        </a:solidFill>
        <a:effectLst/>
      </p:bgPr>
    </p:bg>
    <p:spTree>
      <p:nvGrpSpPr>
        <p:cNvPr id="1" name=""/>
        <p:cNvGrpSpPr/>
        <p:nvPr/>
      </p:nvGrpSpPr>
      <p:grpSpPr>
        <a:xfrm>
          <a:off x="0" y="0"/>
          <a:ext cx="0" cy="0"/>
          <a:chOff x="0" y="0"/>
          <a:chExt cx="0" cy="0"/>
        </a:xfrm>
      </p:grpSpPr>
      <p:sp>
        <p:nvSpPr>
          <p:cNvPr id="4" name="Google Shape;24;p26">
            <a:extLst>
              <a:ext uri="{FF2B5EF4-FFF2-40B4-BE49-F238E27FC236}">
                <a16:creationId xmlns:a16="http://schemas.microsoft.com/office/drawing/2014/main" id="{7D928B5C-F90E-335F-FF83-2AE5D6633DE6}"/>
              </a:ext>
            </a:extLst>
          </p:cNvPr>
          <p:cNvSpPr txBox="1">
            <a:spLocks noGrp="1"/>
          </p:cNvSpPr>
          <p:nvPr>
            <p:ph type="body" idx="2" hasCustomPrompt="1"/>
          </p:nvPr>
        </p:nvSpPr>
        <p:spPr>
          <a:xfrm>
            <a:off x="993896" y="1055697"/>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bg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7" name="Text Placeholder 29">
            <a:extLst>
              <a:ext uri="{FF2B5EF4-FFF2-40B4-BE49-F238E27FC236}">
                <a16:creationId xmlns:a16="http://schemas.microsoft.com/office/drawing/2014/main" id="{46482378-AECD-3D9B-EAD3-584511C7220A}"/>
              </a:ext>
            </a:extLst>
          </p:cNvPr>
          <p:cNvSpPr>
            <a:spLocks noGrp="1"/>
          </p:cNvSpPr>
          <p:nvPr>
            <p:ph type="body" sz="quarter" idx="12"/>
          </p:nvPr>
        </p:nvSpPr>
        <p:spPr>
          <a:xfrm>
            <a:off x="993896"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D1E70E66-2D85-AF1C-EBE2-3897458CE370}"/>
              </a:ext>
            </a:extLst>
          </p:cNvPr>
          <p:cNvSpPr>
            <a:spLocks noGrp="1"/>
          </p:cNvSpPr>
          <p:nvPr>
            <p:ph type="body" sz="quarter" idx="14"/>
          </p:nvPr>
        </p:nvSpPr>
        <p:spPr>
          <a:xfrm>
            <a:off x="6096000"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3" name="Graphic 2">
            <a:extLst>
              <a:ext uri="{FF2B5EF4-FFF2-40B4-BE49-F238E27FC236}">
                <a16:creationId xmlns:a16="http://schemas.microsoft.com/office/drawing/2014/main" id="{A609A96A-8F24-9528-E836-E7DDD980E1D8}"/>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4" name="Google Shape;18;p26">
            <a:extLst>
              <a:ext uri="{FF2B5EF4-FFF2-40B4-BE49-F238E27FC236}">
                <a16:creationId xmlns:a16="http://schemas.microsoft.com/office/drawing/2014/main" id="{5704D772-7781-1777-206A-5DE46FF7FD5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5" name="Google Shape;22;p26">
            <a:extLst>
              <a:ext uri="{FF2B5EF4-FFF2-40B4-BE49-F238E27FC236}">
                <a16:creationId xmlns:a16="http://schemas.microsoft.com/office/drawing/2014/main" id="{58F683C0-0370-BE33-97F1-6342A172CA4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9147392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Content with Subtitle 2">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117107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8_Title Content with Subtitle 2">
    <p:bg>
      <p:bgPr>
        <a:solidFill>
          <a:schemeClr val="tx1"/>
        </a:solidFill>
        <a:effectLst/>
      </p:bgPr>
    </p:bg>
    <p:spTree>
      <p:nvGrpSpPr>
        <p:cNvPr id="1" name=""/>
        <p:cNvGrpSpPr/>
        <p:nvPr/>
      </p:nvGrpSpPr>
      <p:grpSpPr>
        <a:xfrm>
          <a:off x="0" y="0"/>
          <a:ext cx="0" cy="0"/>
          <a:chOff x="0" y="0"/>
          <a:chExt cx="0" cy="0"/>
        </a:xfrm>
      </p:grpSpPr>
      <p:sp>
        <p:nvSpPr>
          <p:cNvPr id="22" name="Freeform: Shape 130">
            <a:extLst>
              <a:ext uri="{FF2B5EF4-FFF2-40B4-BE49-F238E27FC236}">
                <a16:creationId xmlns:a16="http://schemas.microsoft.com/office/drawing/2014/main" id="{1AE08231-E7A9-B698-87FD-3D8BAE74AFE9}"/>
              </a:ext>
            </a:extLst>
          </p:cNvPr>
          <p:cNvSpPr/>
          <p:nvPr userDrawn="1"/>
        </p:nvSpPr>
        <p:spPr>
          <a:xfrm>
            <a:off x="1590868" y="471991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bg1"/>
              </a:solidFill>
            </a:endParaRPr>
          </a:p>
        </p:txBody>
      </p:sp>
      <p:sp>
        <p:nvSpPr>
          <p:cNvPr id="6" name="Oval 5">
            <a:extLst>
              <a:ext uri="{FF2B5EF4-FFF2-40B4-BE49-F238E27FC236}">
                <a16:creationId xmlns:a16="http://schemas.microsoft.com/office/drawing/2014/main" id="{C4540FB7-5140-7DB6-6276-4F65AF568836}"/>
              </a:ext>
            </a:extLst>
          </p:cNvPr>
          <p:cNvSpPr/>
          <p:nvPr userDrawn="1"/>
        </p:nvSpPr>
        <p:spPr>
          <a:xfrm>
            <a:off x="1177989" y="509370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Freeform: Shape 125">
            <a:extLst>
              <a:ext uri="{FF2B5EF4-FFF2-40B4-BE49-F238E27FC236}">
                <a16:creationId xmlns:a16="http://schemas.microsoft.com/office/drawing/2014/main" id="{4FC9E0BD-5425-2F56-7138-C4D3125D947F}"/>
              </a:ext>
            </a:extLst>
          </p:cNvPr>
          <p:cNvSpPr/>
          <p:nvPr userDrawn="1"/>
        </p:nvSpPr>
        <p:spPr>
          <a:xfrm>
            <a:off x="1590868" y="297499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5" name="Oval 4">
            <a:extLst>
              <a:ext uri="{FF2B5EF4-FFF2-40B4-BE49-F238E27FC236}">
                <a16:creationId xmlns:a16="http://schemas.microsoft.com/office/drawing/2014/main" id="{2DE8857D-DC9F-9690-3147-6F0A0FEE3D5F}"/>
              </a:ext>
            </a:extLst>
          </p:cNvPr>
          <p:cNvSpPr/>
          <p:nvPr userDrawn="1"/>
        </p:nvSpPr>
        <p:spPr>
          <a:xfrm>
            <a:off x="1177989" y="3323780"/>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Freeform: Shape 100">
            <a:extLst>
              <a:ext uri="{FF2B5EF4-FFF2-40B4-BE49-F238E27FC236}">
                <a16:creationId xmlns:a16="http://schemas.microsoft.com/office/drawing/2014/main" id="{87A42313-743C-B14F-7C95-096F6A139962}"/>
              </a:ext>
            </a:extLst>
          </p:cNvPr>
          <p:cNvSpPr/>
          <p:nvPr userDrawn="1"/>
        </p:nvSpPr>
        <p:spPr>
          <a:xfrm>
            <a:off x="1590868" y="123007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4" name="Oval 3">
            <a:extLst>
              <a:ext uri="{FF2B5EF4-FFF2-40B4-BE49-F238E27FC236}">
                <a16:creationId xmlns:a16="http://schemas.microsoft.com/office/drawing/2014/main" id="{3B5DCD89-F093-74BF-F703-435662D30530}"/>
              </a:ext>
            </a:extLst>
          </p:cNvPr>
          <p:cNvSpPr/>
          <p:nvPr userDrawn="1"/>
        </p:nvSpPr>
        <p:spPr>
          <a:xfrm>
            <a:off x="1192979" y="160386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2" name="Oval 11">
            <a:extLst>
              <a:ext uri="{FF2B5EF4-FFF2-40B4-BE49-F238E27FC236}">
                <a16:creationId xmlns:a16="http://schemas.microsoft.com/office/drawing/2014/main" id="{8B32AF04-3F40-C0BD-A45E-4C5A3756E840}"/>
              </a:ext>
            </a:extLst>
          </p:cNvPr>
          <p:cNvSpPr/>
          <p:nvPr userDrawn="1"/>
        </p:nvSpPr>
        <p:spPr>
          <a:xfrm>
            <a:off x="1303770" y="1710255"/>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p>
        </p:txBody>
      </p:sp>
      <p:pic>
        <p:nvPicPr>
          <p:cNvPr id="13" name="Graphic 12">
            <a:hlinkClick r:id="" action="ppaction://noaction"/>
            <a:extLst>
              <a:ext uri="{FF2B5EF4-FFF2-40B4-BE49-F238E27FC236}">
                <a16:creationId xmlns:a16="http://schemas.microsoft.com/office/drawing/2014/main" id="{93145C6A-5E9D-4853-194B-6E4E162A5F8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02111" y="1892825"/>
            <a:ext cx="231671" cy="247834"/>
          </a:xfrm>
          <a:prstGeom prst="rect">
            <a:avLst/>
          </a:prstGeom>
        </p:spPr>
      </p:pic>
      <p:sp>
        <p:nvSpPr>
          <p:cNvPr id="16" name="Oval 15">
            <a:extLst>
              <a:ext uri="{FF2B5EF4-FFF2-40B4-BE49-F238E27FC236}">
                <a16:creationId xmlns:a16="http://schemas.microsoft.com/office/drawing/2014/main" id="{1A04598C-A9DC-4327-4434-AC330CC5E90B}"/>
              </a:ext>
            </a:extLst>
          </p:cNvPr>
          <p:cNvSpPr/>
          <p:nvPr userDrawn="1"/>
        </p:nvSpPr>
        <p:spPr>
          <a:xfrm>
            <a:off x="1309871" y="344267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p>
        </p:txBody>
      </p:sp>
      <p:pic>
        <p:nvPicPr>
          <p:cNvPr id="17" name="Graphic 16">
            <a:hlinkClick r:id="" action="ppaction://noaction"/>
            <a:extLst>
              <a:ext uri="{FF2B5EF4-FFF2-40B4-BE49-F238E27FC236}">
                <a16:creationId xmlns:a16="http://schemas.microsoft.com/office/drawing/2014/main" id="{C29152DF-CA6A-2D2B-F259-D361722B81E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95529" y="3616380"/>
            <a:ext cx="231671" cy="247834"/>
          </a:xfrm>
          <a:prstGeom prst="rect">
            <a:avLst/>
          </a:prstGeom>
        </p:spPr>
      </p:pic>
      <p:sp>
        <p:nvSpPr>
          <p:cNvPr id="20" name="Oval 19">
            <a:extLst>
              <a:ext uri="{FF2B5EF4-FFF2-40B4-BE49-F238E27FC236}">
                <a16:creationId xmlns:a16="http://schemas.microsoft.com/office/drawing/2014/main" id="{60CF9DA6-B8E4-4221-3133-F7B2CC632302}"/>
              </a:ext>
            </a:extLst>
          </p:cNvPr>
          <p:cNvSpPr/>
          <p:nvPr userDrawn="1"/>
        </p:nvSpPr>
        <p:spPr>
          <a:xfrm>
            <a:off x="1302288" y="520449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p>
        </p:txBody>
      </p:sp>
      <p:pic>
        <p:nvPicPr>
          <p:cNvPr id="21" name="Graphic 20">
            <a:hlinkClick r:id="" action="ppaction://noaction"/>
            <a:extLst>
              <a:ext uri="{FF2B5EF4-FFF2-40B4-BE49-F238E27FC236}">
                <a16:creationId xmlns:a16="http://schemas.microsoft.com/office/drawing/2014/main" id="{4B2A357D-F5EC-7453-C3A1-EA3C8787BF2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75032" y="5368578"/>
            <a:ext cx="231671" cy="247834"/>
          </a:xfrm>
          <a:prstGeom prst="rect">
            <a:avLst/>
          </a:prstGeom>
        </p:spPr>
      </p:pic>
      <p:sp>
        <p:nvSpPr>
          <p:cNvPr id="24" name="Text Placeholder 29">
            <a:extLst>
              <a:ext uri="{FF2B5EF4-FFF2-40B4-BE49-F238E27FC236}">
                <a16:creationId xmlns:a16="http://schemas.microsoft.com/office/drawing/2014/main" id="{057B2D8C-62F7-5A8A-92CC-A7405C59D4AB}"/>
              </a:ext>
            </a:extLst>
          </p:cNvPr>
          <p:cNvSpPr>
            <a:spLocks noGrp="1"/>
          </p:cNvSpPr>
          <p:nvPr>
            <p:ph type="body" sz="quarter" idx="12" hasCustomPrompt="1"/>
          </p:nvPr>
        </p:nvSpPr>
        <p:spPr>
          <a:xfrm>
            <a:off x="2195044" y="152906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text </a:t>
            </a:r>
          </a:p>
        </p:txBody>
      </p:sp>
      <p:sp>
        <p:nvSpPr>
          <p:cNvPr id="25" name="Text Placeholder 29">
            <a:extLst>
              <a:ext uri="{FF2B5EF4-FFF2-40B4-BE49-F238E27FC236}">
                <a16:creationId xmlns:a16="http://schemas.microsoft.com/office/drawing/2014/main" id="{D8C0B993-9DED-9630-67DF-8F48A3093D4B}"/>
              </a:ext>
            </a:extLst>
          </p:cNvPr>
          <p:cNvSpPr>
            <a:spLocks noGrp="1"/>
          </p:cNvSpPr>
          <p:nvPr>
            <p:ph type="body" sz="quarter" idx="13" hasCustomPrompt="1"/>
          </p:nvPr>
        </p:nvSpPr>
        <p:spPr>
          <a:xfrm>
            <a:off x="2195044" y="3268980"/>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06CB1E66-CA9D-7976-8B76-220E43E15026}"/>
              </a:ext>
            </a:extLst>
          </p:cNvPr>
          <p:cNvSpPr>
            <a:spLocks noGrp="1"/>
          </p:cNvSpPr>
          <p:nvPr>
            <p:ph type="body" sz="quarter" idx="14" hasCustomPrompt="1"/>
          </p:nvPr>
        </p:nvSpPr>
        <p:spPr>
          <a:xfrm>
            <a:off x="2195044" y="501890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2903C06C-12D7-2881-E21D-78E85C970D26}"/>
              </a:ext>
            </a:extLst>
          </p:cNvPr>
          <p:cNvSpPr>
            <a:spLocks noGrp="1"/>
          </p:cNvSpPr>
          <p:nvPr>
            <p:ph type="body" sz="quarter" idx="25" hasCustomPrompt="1"/>
          </p:nvPr>
        </p:nvSpPr>
        <p:spPr>
          <a:xfrm>
            <a:off x="5538611" y="1356361"/>
            <a:ext cx="6095414" cy="4936890"/>
          </a:xfrm>
        </p:spPr>
        <p:txBody>
          <a:bodyPr lIns="0" tIns="0" rIns="0" bIns="0" anchor="t" anchorCtr="0">
            <a:norm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dirty="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One defining characteristic of Gen AI is their seamless integration with technology. For them, interacting with AI is as natural as breathing. They effortlessly navigate between physical and virtual worlds, leveraging AI-powered tools to enhance productivity, creativity, and connectivity. Their fluency in technology enables them to harness the full potential of AI, leveraging its capabilities to solve complex problems and drive innovation across diverse domains.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dirty="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However, Gen AI also faces unique challenges and ethical considerations. As they embrace AI-driven technologies, they must grapple with issues of privacy, security, and algorithmic bias. They are keenly aware of the trade-offs between convenience and control, demanding greater transparency and accountability from AI systems. Moreover, they are at the forefront of discussions surrounding the ethical implications of AI, advocating for fairness, inclusivity, and social responsibility in its development and deployment.</a:t>
            </a:r>
          </a:p>
        </p:txBody>
      </p:sp>
    </p:spTree>
    <p:extLst>
      <p:ext uri="{BB962C8B-B14F-4D97-AF65-F5344CB8AC3E}">
        <p14:creationId xmlns:p14="http://schemas.microsoft.com/office/powerpoint/2010/main" val="1846024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Content with Subtitle 2">
    <p:bg>
      <p:bgPr>
        <a:solidFill>
          <a:schemeClr val="tx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375210" y="1247345"/>
            <a:ext cx="0" cy="4968143"/>
          </a:xfrm>
          <a:prstGeom prst="straightConnector1">
            <a:avLst/>
          </a:prstGeom>
          <a:noFill/>
          <a:ln w="12700" cap="flat" cmpd="sng">
            <a:solidFill>
              <a:schemeClr val="lt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1301162"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r:embed="rId2">
            <a:extLst>
              <a:ext uri="{96DAC541-7B7A-43D3-8B79-37D633B846F1}">
                <asvg:svgBlip xmlns:asvg="http://schemas.microsoft.com/office/drawing/2016/SVG/main" r:embed="rId3"/>
              </a:ext>
            </a:extLst>
          </a:blip>
          <a:srcRect l="39395" t="26219" r="10339" b="23780"/>
          <a:stretch/>
        </p:blipFill>
        <p:spPr>
          <a:xfrm>
            <a:off x="1287715"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pic>
        <p:nvPicPr>
          <p:cNvPr id="9" name="Graphic 8">
            <a:extLst>
              <a:ext uri="{FF2B5EF4-FFF2-40B4-BE49-F238E27FC236}">
                <a16:creationId xmlns:a16="http://schemas.microsoft.com/office/drawing/2014/main" id="{1BDF681B-0D53-63D4-8D65-AA99732F5A12}"/>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3" name="Google Shape;18;p26">
            <a:extLst>
              <a:ext uri="{FF2B5EF4-FFF2-40B4-BE49-F238E27FC236}">
                <a16:creationId xmlns:a16="http://schemas.microsoft.com/office/drawing/2014/main" id="{DAE68BB0-3099-7DDC-C0F1-DA5D3EA433E0}"/>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8CAA304D-771A-EF02-F95F-69D4045E2F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3022711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Content with Subtitle 2">
    <p:bg>
      <p:bgPr>
        <a:solidFill>
          <a:schemeClr val="tx1"/>
        </a:solidFill>
        <a:effectLst/>
      </p:bgPr>
    </p:bg>
    <p:spTree>
      <p:nvGrpSpPr>
        <p:cNvPr id="1" name=""/>
        <p:cNvGrpSpPr/>
        <p:nvPr/>
      </p:nvGrpSpPr>
      <p:grpSpPr>
        <a:xfrm>
          <a:off x="0" y="0"/>
          <a:ext cx="0" cy="0"/>
          <a:chOff x="0" y="0"/>
          <a:chExt cx="0" cy="0"/>
        </a:xfrm>
      </p:grpSpPr>
      <p:sp>
        <p:nvSpPr>
          <p:cNvPr id="14" name="Text Placeholder 29">
            <a:extLst>
              <a:ext uri="{FF2B5EF4-FFF2-40B4-BE49-F238E27FC236}">
                <a16:creationId xmlns:a16="http://schemas.microsoft.com/office/drawing/2014/main" id="{0DEDA68D-6CAE-D022-A365-83EC3BD24C0E}"/>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B2618AE6-FDBE-1354-D93B-8602477F4E75}"/>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22" name="Text Placeholder 29">
            <a:extLst>
              <a:ext uri="{FF2B5EF4-FFF2-40B4-BE49-F238E27FC236}">
                <a16:creationId xmlns:a16="http://schemas.microsoft.com/office/drawing/2014/main" id="{1B78320B-EF80-0262-B50A-37AED8749BD4}"/>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3DB8AE90-7EB1-5723-0F92-48827ECF6F3E}"/>
              </a:ext>
            </a:extLst>
          </p:cNvPr>
          <p:cNvSpPr>
            <a:spLocks noGrp="1"/>
          </p:cNvSpPr>
          <p:nvPr>
            <p:ph type="body" sz="quarter" idx="17"/>
          </p:nvPr>
        </p:nvSpPr>
        <p:spPr>
          <a:xfrm>
            <a:off x="999616"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D040A3A8-1C48-A156-8029-7C18C4272F9F}"/>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29">
            <a:extLst>
              <a:ext uri="{FF2B5EF4-FFF2-40B4-BE49-F238E27FC236}">
                <a16:creationId xmlns:a16="http://schemas.microsoft.com/office/drawing/2014/main" id="{0BB47F86-F305-9165-364E-B5101312E550}"/>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Text Placeholder 29">
            <a:extLst>
              <a:ext uri="{FF2B5EF4-FFF2-40B4-BE49-F238E27FC236}">
                <a16:creationId xmlns:a16="http://schemas.microsoft.com/office/drawing/2014/main" id="{42ADFDFF-05A9-4992-8DD0-3EC768B002E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Graphic 3">
            <a:extLst>
              <a:ext uri="{FF2B5EF4-FFF2-40B4-BE49-F238E27FC236}">
                <a16:creationId xmlns:a16="http://schemas.microsoft.com/office/drawing/2014/main" id="{46047695-D2A7-8CC8-6237-AB6999393F4C}"/>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40BA8D3D-17C0-D789-C333-63552D00677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Google Shape;22;p26">
            <a:extLst>
              <a:ext uri="{FF2B5EF4-FFF2-40B4-BE49-F238E27FC236}">
                <a16:creationId xmlns:a16="http://schemas.microsoft.com/office/drawing/2014/main" id="{76027FBC-A175-7DE8-4A2B-184B4960BC7A}"/>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4781243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3" name="Text Placeholder 29">
            <a:extLst>
              <a:ext uri="{FF2B5EF4-FFF2-40B4-BE49-F238E27FC236}">
                <a16:creationId xmlns:a16="http://schemas.microsoft.com/office/drawing/2014/main" id="{A20BA513-AB44-FBCE-331C-59FEF272E254}"/>
              </a:ext>
            </a:extLst>
          </p:cNvPr>
          <p:cNvSpPr>
            <a:spLocks noGrp="1"/>
          </p:cNvSpPr>
          <p:nvPr>
            <p:ph type="body" sz="quarter" idx="12"/>
          </p:nvPr>
        </p:nvSpPr>
        <p:spPr>
          <a:xfrm>
            <a:off x="993896"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A4D511F8-0DC1-91AC-E66E-7AFA42FDE4D1}"/>
              </a:ext>
            </a:extLst>
          </p:cNvPr>
          <p:cNvSpPr>
            <a:spLocks noGrp="1"/>
          </p:cNvSpPr>
          <p:nvPr>
            <p:ph type="body" sz="quarter" idx="24"/>
          </p:nvPr>
        </p:nvSpPr>
        <p:spPr>
          <a:xfrm>
            <a:off x="4651496"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6A8CF9EB-86D8-442F-E830-B539DD32C222}"/>
              </a:ext>
            </a:extLst>
          </p:cNvPr>
          <p:cNvSpPr>
            <a:spLocks noGrp="1"/>
          </p:cNvSpPr>
          <p:nvPr>
            <p:ph type="body" sz="quarter" idx="26"/>
          </p:nvPr>
        </p:nvSpPr>
        <p:spPr>
          <a:xfrm>
            <a:off x="8300367"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6" name="Text Placeholder 29">
            <a:extLst>
              <a:ext uri="{FF2B5EF4-FFF2-40B4-BE49-F238E27FC236}">
                <a16:creationId xmlns:a16="http://schemas.microsoft.com/office/drawing/2014/main" id="{7261AA00-40F1-D4FF-078F-0421A78005E0}"/>
              </a:ext>
            </a:extLst>
          </p:cNvPr>
          <p:cNvSpPr>
            <a:spLocks noGrp="1"/>
          </p:cNvSpPr>
          <p:nvPr>
            <p:ph type="body" sz="quarter" idx="17"/>
          </p:nvPr>
        </p:nvSpPr>
        <p:spPr>
          <a:xfrm>
            <a:off x="9938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7" name="Text Placeholder 29">
            <a:extLst>
              <a:ext uri="{FF2B5EF4-FFF2-40B4-BE49-F238E27FC236}">
                <a16:creationId xmlns:a16="http://schemas.microsoft.com/office/drawing/2014/main" id="{76F2DFD6-04C7-924C-9200-A415D6C0CAA9}"/>
              </a:ext>
            </a:extLst>
          </p:cNvPr>
          <p:cNvSpPr>
            <a:spLocks noGrp="1"/>
          </p:cNvSpPr>
          <p:nvPr>
            <p:ph type="body" sz="quarter" idx="28"/>
          </p:nvPr>
        </p:nvSpPr>
        <p:spPr>
          <a:xfrm>
            <a:off x="46514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5339B713-39D3-066D-F35C-4D0F63F3B8E3}"/>
              </a:ext>
            </a:extLst>
          </p:cNvPr>
          <p:cNvSpPr>
            <a:spLocks noGrp="1"/>
          </p:cNvSpPr>
          <p:nvPr>
            <p:ph type="body" sz="quarter" idx="29"/>
          </p:nvPr>
        </p:nvSpPr>
        <p:spPr>
          <a:xfrm>
            <a:off x="83090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0687375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8742889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Title Content with Subtitle 2">
    <p:bg>
      <p:bgPr>
        <a:solidFill>
          <a:schemeClr val="tx1"/>
        </a:solidFill>
        <a:effectLst/>
      </p:bgPr>
    </p:bg>
    <p:spTree>
      <p:nvGrpSpPr>
        <p:cNvPr id="1" name=""/>
        <p:cNvGrpSpPr/>
        <p:nvPr/>
      </p:nvGrpSpPr>
      <p:grpSpPr>
        <a:xfrm>
          <a:off x="0" y="0"/>
          <a:ext cx="0" cy="0"/>
          <a:chOff x="0" y="0"/>
          <a:chExt cx="0" cy="0"/>
        </a:xfrm>
      </p:grpSpPr>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7812742B-B5EA-A826-D00D-EA8A7E8F5C42}"/>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D7AED383-9A52-6797-1AB6-80F75FB02648}"/>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40FA7E6F-7BDE-96CA-B9AA-6D74EF94DFC3}"/>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7" name="Picture Placeholder 13">
            <a:extLst>
              <a:ext uri="{FF2B5EF4-FFF2-40B4-BE49-F238E27FC236}">
                <a16:creationId xmlns:a16="http://schemas.microsoft.com/office/drawing/2014/main" id="{ED611402-2286-84C4-61AA-A6BA4F8B82AC}"/>
              </a:ext>
            </a:extLst>
          </p:cNvPr>
          <p:cNvSpPr>
            <a:spLocks noGrp="1"/>
          </p:cNvSpPr>
          <p:nvPr>
            <p:ph type="pic" sz="quarter" idx="21"/>
          </p:nvPr>
        </p:nvSpPr>
        <p:spPr>
          <a:xfrm>
            <a:off x="993896" y="1288487"/>
            <a:ext cx="2555678" cy="3691137"/>
          </a:xfrm>
        </p:spPr>
        <p:txBody>
          <a:bodyPr>
            <a:normAutofit/>
          </a:bodyPr>
          <a:lstStyle>
            <a:lvl1pPr>
              <a:defRPr sz="1000"/>
            </a:lvl1pPr>
          </a:lstStyle>
          <a:p>
            <a:endParaRPr lang="en-GB"/>
          </a:p>
        </p:txBody>
      </p:sp>
      <p:sp>
        <p:nvSpPr>
          <p:cNvPr id="21" name="Picture Placeholder 13">
            <a:extLst>
              <a:ext uri="{FF2B5EF4-FFF2-40B4-BE49-F238E27FC236}">
                <a16:creationId xmlns:a16="http://schemas.microsoft.com/office/drawing/2014/main" id="{48261CAA-7C08-0306-CAD7-67DFC398CB9F}"/>
              </a:ext>
            </a:extLst>
          </p:cNvPr>
          <p:cNvSpPr>
            <a:spLocks noGrp="1"/>
          </p:cNvSpPr>
          <p:nvPr>
            <p:ph type="pic" sz="quarter" idx="22"/>
          </p:nvPr>
        </p:nvSpPr>
        <p:spPr>
          <a:xfrm>
            <a:off x="3696701" y="1288487"/>
            <a:ext cx="2555678" cy="3691137"/>
          </a:xfrm>
        </p:spPr>
        <p:txBody>
          <a:bodyPr>
            <a:normAutofit/>
          </a:bodyPr>
          <a:lstStyle>
            <a:lvl1pPr>
              <a:defRPr sz="1000"/>
            </a:lvl1pPr>
          </a:lstStyle>
          <a:p>
            <a:endParaRPr lang="en-GB"/>
          </a:p>
        </p:txBody>
      </p:sp>
      <p:sp>
        <p:nvSpPr>
          <p:cNvPr id="22" name="Picture Placeholder 13">
            <a:extLst>
              <a:ext uri="{FF2B5EF4-FFF2-40B4-BE49-F238E27FC236}">
                <a16:creationId xmlns:a16="http://schemas.microsoft.com/office/drawing/2014/main" id="{086FD225-3ED5-8F6F-C1B3-A1B349DDE180}"/>
              </a:ext>
            </a:extLst>
          </p:cNvPr>
          <p:cNvSpPr>
            <a:spLocks noGrp="1"/>
          </p:cNvSpPr>
          <p:nvPr>
            <p:ph type="pic" sz="quarter" idx="23"/>
          </p:nvPr>
        </p:nvSpPr>
        <p:spPr>
          <a:xfrm>
            <a:off x="6399506" y="1288487"/>
            <a:ext cx="2555678" cy="3691137"/>
          </a:xfrm>
        </p:spPr>
        <p:txBody>
          <a:bodyPr>
            <a:normAutofit/>
          </a:bodyPr>
          <a:lstStyle>
            <a:lvl1pPr>
              <a:defRPr sz="1000"/>
            </a:lvl1pPr>
          </a:lstStyle>
          <a:p>
            <a:endParaRPr lang="en-GB"/>
          </a:p>
        </p:txBody>
      </p:sp>
      <p:sp>
        <p:nvSpPr>
          <p:cNvPr id="23" name="Picture Placeholder 13">
            <a:extLst>
              <a:ext uri="{FF2B5EF4-FFF2-40B4-BE49-F238E27FC236}">
                <a16:creationId xmlns:a16="http://schemas.microsoft.com/office/drawing/2014/main" id="{0B2FC53B-45CA-2392-456B-039DC8D4107D}"/>
              </a:ext>
            </a:extLst>
          </p:cNvPr>
          <p:cNvSpPr>
            <a:spLocks noGrp="1"/>
          </p:cNvSpPr>
          <p:nvPr>
            <p:ph type="pic" sz="quarter" idx="24"/>
          </p:nvPr>
        </p:nvSpPr>
        <p:spPr>
          <a:xfrm>
            <a:off x="9102312" y="1288487"/>
            <a:ext cx="2555678" cy="3691137"/>
          </a:xfrm>
        </p:spPr>
        <p:txBody>
          <a:bodyPr>
            <a:normAutofit/>
          </a:bodyPr>
          <a:lstStyle>
            <a:lvl1pPr>
              <a:defRPr sz="1000"/>
            </a:lvl1pPr>
          </a:lstStyle>
          <a:p>
            <a:endParaRPr lang="en-GB"/>
          </a:p>
        </p:txBody>
      </p:sp>
      <p:pic>
        <p:nvPicPr>
          <p:cNvPr id="4" name="Graphic 3">
            <a:extLst>
              <a:ext uri="{FF2B5EF4-FFF2-40B4-BE49-F238E27FC236}">
                <a16:creationId xmlns:a16="http://schemas.microsoft.com/office/drawing/2014/main" id="{10440387-C8FB-18F4-A9CA-3C92F607A95D}"/>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Google Shape;18;p26">
            <a:extLst>
              <a:ext uri="{FF2B5EF4-FFF2-40B4-BE49-F238E27FC236}">
                <a16:creationId xmlns:a16="http://schemas.microsoft.com/office/drawing/2014/main" id="{FAB31B88-AAA4-93D8-1EF0-AF15DC99F64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2455404-430D-61F3-C88F-44098D09A56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9342483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Title Content with Subtitle 2">
    <p:bg>
      <p:bgPr>
        <a:solidFill>
          <a:schemeClr val="tx1"/>
        </a:solidFill>
        <a:effectLst/>
      </p:bgPr>
    </p:bg>
    <p:spTree>
      <p:nvGrpSpPr>
        <p:cNvPr id="1" name=""/>
        <p:cNvGrpSpPr/>
        <p:nvPr/>
      </p:nvGrpSpPr>
      <p:grpSpPr>
        <a:xfrm>
          <a:off x="0" y="0"/>
          <a:ext cx="0" cy="0"/>
          <a:chOff x="0" y="0"/>
          <a:chExt cx="0" cy="0"/>
        </a:xfrm>
      </p:grpSpPr>
      <p:sp>
        <p:nvSpPr>
          <p:cNvPr id="17" name="Text Placeholder 29">
            <a:extLst>
              <a:ext uri="{FF2B5EF4-FFF2-40B4-BE49-F238E27FC236}">
                <a16:creationId xmlns:a16="http://schemas.microsoft.com/office/drawing/2014/main" id="{AC7F0161-71EE-6B22-A6E5-CA59FF01D5AA}"/>
              </a:ext>
            </a:extLst>
          </p:cNvPr>
          <p:cNvSpPr>
            <a:spLocks noGrp="1"/>
          </p:cNvSpPr>
          <p:nvPr>
            <p:ph type="body" sz="quarter" idx="23"/>
          </p:nvPr>
        </p:nvSpPr>
        <p:spPr>
          <a:xfrm>
            <a:off x="3695119"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0F2ACCF6-C80A-A638-3A59-400CD1915DA1}"/>
              </a:ext>
            </a:extLst>
          </p:cNvPr>
          <p:cNvSpPr>
            <a:spLocks noGrp="1"/>
          </p:cNvSpPr>
          <p:nvPr>
            <p:ph type="body" sz="quarter" idx="24"/>
          </p:nvPr>
        </p:nvSpPr>
        <p:spPr>
          <a:xfrm>
            <a:off x="6394252"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9" name="Text Placeholder 29">
            <a:extLst>
              <a:ext uri="{FF2B5EF4-FFF2-40B4-BE49-F238E27FC236}">
                <a16:creationId xmlns:a16="http://schemas.microsoft.com/office/drawing/2014/main" id="{3F632B57-9DB9-B8D4-D30F-168C7C2AB8AF}"/>
              </a:ext>
            </a:extLst>
          </p:cNvPr>
          <p:cNvSpPr>
            <a:spLocks noGrp="1"/>
          </p:cNvSpPr>
          <p:nvPr>
            <p:ph type="body" sz="quarter" idx="25"/>
          </p:nvPr>
        </p:nvSpPr>
        <p:spPr>
          <a:xfrm>
            <a:off x="9093384"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pic>
        <p:nvPicPr>
          <p:cNvPr id="7" name="Graphic 6">
            <a:extLst>
              <a:ext uri="{FF2B5EF4-FFF2-40B4-BE49-F238E27FC236}">
                <a16:creationId xmlns:a16="http://schemas.microsoft.com/office/drawing/2014/main" id="{C9FB924E-3FC3-7113-EE69-F976405F959F}"/>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Text Placeholder 29">
            <a:extLst>
              <a:ext uri="{FF2B5EF4-FFF2-40B4-BE49-F238E27FC236}">
                <a16:creationId xmlns:a16="http://schemas.microsoft.com/office/drawing/2014/main" id="{FEEB06D8-3F5F-F13A-79D5-8DC9DE239F77}"/>
              </a:ext>
            </a:extLst>
          </p:cNvPr>
          <p:cNvSpPr>
            <a:spLocks noGrp="1"/>
          </p:cNvSpPr>
          <p:nvPr>
            <p:ph type="body" sz="quarter" idx="22"/>
          </p:nvPr>
        </p:nvSpPr>
        <p:spPr>
          <a:xfrm>
            <a:off x="993896"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0" name="Google Shape;24;p26">
            <a:extLst>
              <a:ext uri="{FF2B5EF4-FFF2-40B4-BE49-F238E27FC236}">
                <a16:creationId xmlns:a16="http://schemas.microsoft.com/office/drawing/2014/main" id="{374FBE35-26DC-5388-6D08-51E66D619245}"/>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1" name="Google Shape;18;p26">
            <a:extLst>
              <a:ext uri="{FF2B5EF4-FFF2-40B4-BE49-F238E27FC236}">
                <a16:creationId xmlns:a16="http://schemas.microsoft.com/office/drawing/2014/main" id="{A0662B01-017D-6D6B-017D-C78B1F7E313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E7AADF0-857D-9550-F2D2-AA568D7B8AB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285290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image" Target="../media/image3.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image" Target="../media/image7.svg"/><Relationship Id="rId2" Type="http://schemas.openxmlformats.org/officeDocument/2006/relationships/slideLayout" Target="../slideLayouts/slideLayout25.xml"/><Relationship Id="rId16"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theme" Target="../theme/theme2.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8A7FA1-4461-3986-3A68-E30C7EE73639}"/>
              </a:ext>
            </a:extLst>
          </p:cNvPr>
          <p:cNvSpPr>
            <a:spLocks noGrp="1"/>
          </p:cNvSpPr>
          <p:nvPr>
            <p:ph type="title"/>
          </p:nvPr>
        </p:nvSpPr>
        <p:spPr>
          <a:xfrm>
            <a:off x="872753" y="167924"/>
            <a:ext cx="9764486" cy="75075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7672CB9-7850-7518-75D6-6B70A620C632}"/>
              </a:ext>
            </a:extLst>
          </p:cNvPr>
          <p:cNvSpPr>
            <a:spLocks noGrp="1"/>
          </p:cNvSpPr>
          <p:nvPr>
            <p:ph type="body" idx="1"/>
          </p:nvPr>
        </p:nvSpPr>
        <p:spPr>
          <a:xfrm>
            <a:off x="872753" y="1179900"/>
            <a:ext cx="9764486" cy="479986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7" name="Graphic 6">
            <a:extLst>
              <a:ext uri="{FF2B5EF4-FFF2-40B4-BE49-F238E27FC236}">
                <a16:creationId xmlns:a16="http://schemas.microsoft.com/office/drawing/2014/main" id="{DFEB7F22-4A70-E54B-3A3E-143E726EEE28}"/>
              </a:ext>
            </a:extLst>
          </p:cNvPr>
          <p:cNvPicPr>
            <a:picLocks noChangeAspect="1"/>
          </p:cNvPicPr>
          <p:nvPr userDrawn="1"/>
        </p:nvPicPr>
        <p:blipFill>
          <a:blip r:embed="rId25">
            <a:extLst>
              <a:ext uri="{96DAC541-7B7A-43D3-8B79-37D633B846F1}">
                <asvg:svgBlip xmlns:asvg="http://schemas.microsoft.com/office/drawing/2016/SVG/main" r:embed="rId26"/>
              </a:ext>
            </a:extLst>
          </a:blip>
          <a:srcRect l="8134" t="14156" r="57486" b="13360"/>
          <a:stretch/>
        </p:blipFill>
        <p:spPr>
          <a:xfrm>
            <a:off x="211951" y="238990"/>
            <a:ext cx="572666" cy="629931"/>
          </a:xfrm>
          <a:prstGeom prst="rect">
            <a:avLst/>
          </a:prstGeom>
        </p:spPr>
      </p:pic>
      <p:sp>
        <p:nvSpPr>
          <p:cNvPr id="5" name="Google Shape;22;p26">
            <a:extLst>
              <a:ext uri="{FF2B5EF4-FFF2-40B4-BE49-F238E27FC236}">
                <a16:creationId xmlns:a16="http://schemas.microsoft.com/office/drawing/2014/main" id="{460F95E3-9554-37AD-D5D9-F95CE4E7582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sz="800" b="0" i="0" u="none" strike="noStrike" cap="none">
                <a:solidFill>
                  <a:schemeClr val="tx1">
                    <a:alpha val="50000"/>
                  </a:schemeClr>
                </a:solidFill>
                <a:latin typeface="Funnel Sans" pitchFamily="2" charset="0"/>
                <a:cs typeface="Arial"/>
                <a:sym typeface="Arial"/>
              </a:rPr>
              <a:t>© 2025 Copyright Genpact. All Rights Reserved</a:t>
            </a:r>
            <a:r>
              <a:rPr lang="en-GB"/>
              <a:t>.</a:t>
            </a:r>
          </a:p>
        </p:txBody>
      </p:sp>
      <p:sp>
        <p:nvSpPr>
          <p:cNvPr id="6" name="Google Shape;21;p33">
            <a:extLst>
              <a:ext uri="{FF2B5EF4-FFF2-40B4-BE49-F238E27FC236}">
                <a16:creationId xmlns:a16="http://schemas.microsoft.com/office/drawing/2014/main" id="{4701B558-6ED4-D6E6-F644-73CF388F6B6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8900852"/>
      </p:ext>
    </p:extLst>
  </p:cSld>
  <p:clrMap bg1="lt1" tx1="dk1" bg2="lt2" tx2="dk2" accent1="accent1" accent2="accent2" accent3="accent3" accent4="accent4" accent5="accent5" accent6="accent6" hlink="hlink" folHlink="folHlink"/>
  <p:sldLayoutIdLst>
    <p:sldLayoutId id="2147483814" r:id="rId1"/>
    <p:sldLayoutId id="2147483805" r:id="rId2"/>
    <p:sldLayoutId id="2147483769" r:id="rId3"/>
    <p:sldLayoutId id="2147483770" r:id="rId4"/>
    <p:sldLayoutId id="2147483793" r:id="rId5"/>
    <p:sldLayoutId id="2147483780" r:id="rId6"/>
    <p:sldLayoutId id="2147483798" r:id="rId7"/>
    <p:sldLayoutId id="2147483773" r:id="rId8"/>
    <p:sldLayoutId id="2147483783" r:id="rId9"/>
    <p:sldLayoutId id="2147483789" r:id="rId10"/>
    <p:sldLayoutId id="2147483872" r:id="rId11"/>
    <p:sldLayoutId id="2147483784" r:id="rId12"/>
    <p:sldLayoutId id="2147483790" r:id="rId13"/>
    <p:sldLayoutId id="2147483781" r:id="rId14"/>
    <p:sldLayoutId id="2147483787" r:id="rId15"/>
    <p:sldLayoutId id="2147483782" r:id="rId16"/>
    <p:sldLayoutId id="2147483788" r:id="rId17"/>
    <p:sldLayoutId id="2147483785" r:id="rId18"/>
    <p:sldLayoutId id="2147483791" r:id="rId19"/>
    <p:sldLayoutId id="2147483786" r:id="rId20"/>
    <p:sldLayoutId id="2147483792" r:id="rId21"/>
    <p:sldLayoutId id="2147483777" r:id="rId22"/>
    <p:sldLayoutId id="2147483819" r:id="rId23"/>
  </p:sldLayoutIdLst>
  <p:hf hdr="0" dt="0"/>
  <p:txStyles>
    <p:titleStyle>
      <a:lvl1pPr algn="l" defTabSz="914400" rtl="0" eaLnBrk="1" latinLnBrk="0" hangingPunct="1">
        <a:lnSpc>
          <a:spcPct val="90000"/>
        </a:lnSpc>
        <a:spcBef>
          <a:spcPct val="0"/>
        </a:spcBef>
        <a:buNone/>
        <a:defRPr sz="4400" b="1" kern="1200">
          <a:solidFill>
            <a:schemeClr val="tx1"/>
          </a:solidFill>
          <a:latin typeface="Funnel Sans"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Funnel Sans" pitchFamily="2" charset="0"/>
          <a:ea typeface="+mn-ea"/>
          <a:cs typeface="+mn-cs"/>
        </a:defRPr>
      </a:lvl1pPr>
      <a:lvl2pPr marL="685800" indent="-228600" algn="l" defTabSz="914400" rtl="0" eaLnBrk="1" latinLnBrk="0" hangingPunct="1">
        <a:lnSpc>
          <a:spcPct val="90000"/>
        </a:lnSpc>
        <a:spcBef>
          <a:spcPts val="500"/>
        </a:spcBef>
        <a:buFontTx/>
        <a:buBlip>
          <a:blip r:embed="rId27"/>
        </a:buBlip>
        <a:defRPr sz="2400" kern="1200">
          <a:solidFill>
            <a:schemeClr val="tx1"/>
          </a:solidFill>
          <a:latin typeface="Funnel Sans" pitchFamily="2" charset="0"/>
          <a:ea typeface="+mn-ea"/>
          <a:cs typeface="+mn-cs"/>
        </a:defRPr>
      </a:lvl2pPr>
      <a:lvl3pPr marL="1143000" indent="-228600" algn="l" defTabSz="914400" rtl="0" eaLnBrk="1" latinLnBrk="0" hangingPunct="1">
        <a:lnSpc>
          <a:spcPct val="90000"/>
        </a:lnSpc>
        <a:spcBef>
          <a:spcPts val="500"/>
        </a:spcBef>
        <a:buFontTx/>
        <a:buBlip>
          <a:blip r:embed="rId27"/>
        </a:buBlip>
        <a:defRPr sz="2000" kern="1200">
          <a:solidFill>
            <a:schemeClr val="tx1"/>
          </a:solidFill>
          <a:latin typeface="Funnel Sans" pitchFamily="2" charset="0"/>
          <a:ea typeface="+mn-ea"/>
          <a:cs typeface="+mn-cs"/>
        </a:defRPr>
      </a:lvl3pPr>
      <a:lvl4pPr marL="1600200" indent="-228600" algn="l" defTabSz="914400" rtl="0" eaLnBrk="1" latinLnBrk="0" hangingPunct="1">
        <a:lnSpc>
          <a:spcPct val="90000"/>
        </a:lnSpc>
        <a:spcBef>
          <a:spcPts val="500"/>
        </a:spcBef>
        <a:buFontTx/>
        <a:buBlip>
          <a:blip r:embed="rId27"/>
        </a:buBlip>
        <a:defRPr sz="1800" kern="1200">
          <a:solidFill>
            <a:schemeClr val="tx1"/>
          </a:solidFill>
          <a:latin typeface="Funnel Sans" pitchFamily="2" charset="0"/>
          <a:ea typeface="+mn-ea"/>
          <a:cs typeface="+mn-cs"/>
        </a:defRPr>
      </a:lvl4pPr>
      <a:lvl5pPr marL="2057400" indent="-228600" algn="l" defTabSz="914400" rtl="0" eaLnBrk="1" latinLnBrk="0" hangingPunct="1">
        <a:lnSpc>
          <a:spcPct val="90000"/>
        </a:lnSpc>
        <a:spcBef>
          <a:spcPts val="500"/>
        </a:spcBef>
        <a:buFontTx/>
        <a:buBlip>
          <a:blip r:embed="rId27"/>
        </a:buBlip>
        <a:defRPr sz="1800" kern="1200">
          <a:solidFill>
            <a:schemeClr val="tx1"/>
          </a:solidFill>
          <a:latin typeface="Funnel San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8A7FA1-4461-3986-3A68-E30C7EE73639}"/>
              </a:ext>
            </a:extLst>
          </p:cNvPr>
          <p:cNvSpPr>
            <a:spLocks noGrp="1"/>
          </p:cNvSpPr>
          <p:nvPr>
            <p:ph type="title"/>
          </p:nvPr>
        </p:nvSpPr>
        <p:spPr>
          <a:xfrm>
            <a:off x="872753" y="167924"/>
            <a:ext cx="9764486" cy="75075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7672CB9-7850-7518-75D6-6B70A620C632}"/>
              </a:ext>
            </a:extLst>
          </p:cNvPr>
          <p:cNvSpPr>
            <a:spLocks noGrp="1"/>
          </p:cNvSpPr>
          <p:nvPr>
            <p:ph type="body" idx="1"/>
          </p:nvPr>
        </p:nvSpPr>
        <p:spPr>
          <a:xfrm>
            <a:off x="872753" y="1179900"/>
            <a:ext cx="9764486" cy="479986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Google Shape;21;p33">
            <a:extLst>
              <a:ext uri="{FF2B5EF4-FFF2-40B4-BE49-F238E27FC236}">
                <a16:creationId xmlns:a16="http://schemas.microsoft.com/office/drawing/2014/main" id="{4701B558-6ED4-D6E6-F644-73CF388F6B6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pic>
        <p:nvPicPr>
          <p:cNvPr id="4" name="Graphic 3">
            <a:extLst>
              <a:ext uri="{FF2B5EF4-FFF2-40B4-BE49-F238E27FC236}">
                <a16:creationId xmlns:a16="http://schemas.microsoft.com/office/drawing/2014/main" id="{0A1A8C10-643A-1914-FCD3-BE3D60B7F665}"/>
              </a:ext>
            </a:extLst>
          </p:cNvPr>
          <p:cNvPicPr>
            <a:picLocks noChangeAspect="1"/>
          </p:cNvPicPr>
          <p:nvPr userDrawn="1"/>
        </p:nvPicPr>
        <p:blipFill>
          <a:blip r:embed="rId16">
            <a:extLst>
              <a:ext uri="{96DAC541-7B7A-43D3-8B79-37D633B846F1}">
                <asvg:svgBlip xmlns:asvg="http://schemas.microsoft.com/office/drawing/2016/SVG/main" r:embed="rId17"/>
              </a:ext>
            </a:extLst>
          </a:blip>
          <a:srcRect l="8134" t="14156" r="57486" b="13360"/>
          <a:stretch/>
        </p:blipFill>
        <p:spPr>
          <a:xfrm>
            <a:off x="211950" y="238991"/>
            <a:ext cx="572667" cy="629932"/>
          </a:xfrm>
          <a:prstGeom prst="rect">
            <a:avLst/>
          </a:prstGeom>
        </p:spPr>
      </p:pic>
      <p:sp>
        <p:nvSpPr>
          <p:cNvPr id="8" name="Google Shape;22;p26">
            <a:extLst>
              <a:ext uri="{FF2B5EF4-FFF2-40B4-BE49-F238E27FC236}">
                <a16:creationId xmlns:a16="http://schemas.microsoft.com/office/drawing/2014/main" id="{967D9A61-5F6C-328D-DB67-296B2D24620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Tree>
    <p:extLst>
      <p:ext uri="{BB962C8B-B14F-4D97-AF65-F5344CB8AC3E}">
        <p14:creationId xmlns:p14="http://schemas.microsoft.com/office/powerpoint/2010/main" val="3904372625"/>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8" r:id="rId3"/>
    <p:sldLayoutId id="2147483829" r:id="rId4"/>
    <p:sldLayoutId id="2147483838" r:id="rId5"/>
    <p:sldLayoutId id="2147483853" r:id="rId6"/>
    <p:sldLayoutId id="2147483854" r:id="rId7"/>
    <p:sldLayoutId id="2147483871" r:id="rId8"/>
    <p:sldLayoutId id="2147483856" r:id="rId9"/>
    <p:sldLayoutId id="2147483858" r:id="rId10"/>
    <p:sldLayoutId id="2147483860" r:id="rId11"/>
    <p:sldLayoutId id="2147483870" r:id="rId12"/>
    <p:sldLayoutId id="2147483862" r:id="rId13"/>
    <p:sldLayoutId id="2147483864" r:id="rId14"/>
  </p:sldLayoutIdLst>
  <p:hf hdr="0" dt="0"/>
  <p:txStyles>
    <p:titleStyle>
      <a:lvl1pPr algn="l" defTabSz="914400" rtl="0" eaLnBrk="1" latinLnBrk="0" hangingPunct="1">
        <a:lnSpc>
          <a:spcPct val="90000"/>
        </a:lnSpc>
        <a:spcBef>
          <a:spcPct val="0"/>
        </a:spcBef>
        <a:buNone/>
        <a:defRPr sz="4400" b="1" kern="1200">
          <a:solidFill>
            <a:schemeClr val="bg1"/>
          </a:solidFill>
          <a:latin typeface="Funnel Sans"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1"/>
          </a:solidFill>
          <a:latin typeface="Funnel Sans" pitchFamily="2" charset="0"/>
          <a:ea typeface="+mn-ea"/>
          <a:cs typeface="+mn-cs"/>
        </a:defRPr>
      </a:lvl1pPr>
      <a:lvl2pPr marL="685800" indent="-228600" algn="l" defTabSz="914400" rtl="0" eaLnBrk="1" latinLnBrk="0" hangingPunct="1">
        <a:lnSpc>
          <a:spcPct val="90000"/>
        </a:lnSpc>
        <a:spcBef>
          <a:spcPts val="500"/>
        </a:spcBef>
        <a:buFontTx/>
        <a:buBlip>
          <a:blip r:embed="rId18"/>
        </a:buBlip>
        <a:defRPr sz="2400" kern="1200">
          <a:solidFill>
            <a:schemeClr val="bg1"/>
          </a:solidFill>
          <a:latin typeface="Funnel Sans" pitchFamily="2" charset="0"/>
          <a:ea typeface="+mn-ea"/>
          <a:cs typeface="+mn-cs"/>
        </a:defRPr>
      </a:lvl2pPr>
      <a:lvl3pPr marL="1143000" indent="-228600" algn="l" defTabSz="914400" rtl="0" eaLnBrk="1" latinLnBrk="0" hangingPunct="1">
        <a:lnSpc>
          <a:spcPct val="90000"/>
        </a:lnSpc>
        <a:spcBef>
          <a:spcPts val="500"/>
        </a:spcBef>
        <a:buFontTx/>
        <a:buBlip>
          <a:blip r:embed="rId18"/>
        </a:buBlip>
        <a:defRPr sz="2000" kern="1200">
          <a:solidFill>
            <a:schemeClr val="bg1"/>
          </a:solidFill>
          <a:latin typeface="Funnel Sans" pitchFamily="2" charset="0"/>
          <a:ea typeface="+mn-ea"/>
          <a:cs typeface="+mn-cs"/>
        </a:defRPr>
      </a:lvl3pPr>
      <a:lvl4pPr marL="1600200" indent="-228600" algn="l" defTabSz="914400" rtl="0" eaLnBrk="1" latinLnBrk="0" hangingPunct="1">
        <a:lnSpc>
          <a:spcPct val="90000"/>
        </a:lnSpc>
        <a:spcBef>
          <a:spcPts val="500"/>
        </a:spcBef>
        <a:buFontTx/>
        <a:buBlip>
          <a:blip r:embed="rId18"/>
        </a:buBlip>
        <a:defRPr sz="1800" kern="1200">
          <a:solidFill>
            <a:schemeClr val="bg1"/>
          </a:solidFill>
          <a:latin typeface="Funnel Sans" pitchFamily="2" charset="0"/>
          <a:ea typeface="+mn-ea"/>
          <a:cs typeface="+mn-cs"/>
        </a:defRPr>
      </a:lvl4pPr>
      <a:lvl5pPr marL="2057400" indent="-228600" algn="l" defTabSz="914400" rtl="0" eaLnBrk="1" latinLnBrk="0" hangingPunct="1">
        <a:lnSpc>
          <a:spcPct val="90000"/>
        </a:lnSpc>
        <a:spcBef>
          <a:spcPts val="500"/>
        </a:spcBef>
        <a:buFontTx/>
        <a:buBlip>
          <a:blip r:embed="rId18"/>
        </a:buBlip>
        <a:defRPr sz="1800" kern="1200">
          <a:solidFill>
            <a:schemeClr val="tx1"/>
          </a:solidFill>
          <a:latin typeface="Funnel San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9.xml"/><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9.xml"/><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3.jpe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82F89-35E4-263E-693D-6D8F90FC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9B8CA-2FB5-921F-6DF5-48D5BC44FDCD}"/>
              </a:ext>
            </a:extLst>
          </p:cNvPr>
          <p:cNvSpPr>
            <a:spLocks noGrp="1"/>
          </p:cNvSpPr>
          <p:nvPr>
            <p:ph type="title"/>
          </p:nvPr>
        </p:nvSpPr>
        <p:spPr/>
        <p:txBody>
          <a:bodyPr/>
          <a:lstStyle/>
          <a:p>
            <a:r>
              <a:rPr lang="en-GB" dirty="0"/>
              <a:t>Salient Object Detection</a:t>
            </a:r>
          </a:p>
        </p:txBody>
      </p:sp>
      <p:sp>
        <p:nvSpPr>
          <p:cNvPr id="3" name="Text Placeholder 2">
            <a:extLst>
              <a:ext uri="{FF2B5EF4-FFF2-40B4-BE49-F238E27FC236}">
                <a16:creationId xmlns:a16="http://schemas.microsoft.com/office/drawing/2014/main" id="{D25B4D42-B44E-4DC8-572D-7BC0E291904A}"/>
              </a:ext>
            </a:extLst>
          </p:cNvPr>
          <p:cNvSpPr>
            <a:spLocks noGrp="1"/>
          </p:cNvSpPr>
          <p:nvPr>
            <p:ph type="body" idx="2"/>
          </p:nvPr>
        </p:nvSpPr>
        <p:spPr/>
        <p:txBody>
          <a:bodyPr/>
          <a:lstStyle/>
          <a:p>
            <a:r>
              <a:rPr lang="en-GB" dirty="0"/>
              <a:t>Rita Shkodra</a:t>
            </a:r>
          </a:p>
          <a:p>
            <a:endParaRPr lang="en-GB" dirty="0"/>
          </a:p>
          <a:p>
            <a:r>
              <a:rPr lang="en-GB" dirty="0"/>
              <a:t>Mentor: Dafina Berisha</a:t>
            </a:r>
          </a:p>
        </p:txBody>
      </p:sp>
      <p:grpSp>
        <p:nvGrpSpPr>
          <p:cNvPr id="10" name="Group 9">
            <a:extLst>
              <a:ext uri="{FF2B5EF4-FFF2-40B4-BE49-F238E27FC236}">
                <a16:creationId xmlns:a16="http://schemas.microsoft.com/office/drawing/2014/main" id="{EA04054B-679E-BA39-959F-36D889206B25}"/>
              </a:ext>
            </a:extLst>
          </p:cNvPr>
          <p:cNvGrpSpPr/>
          <p:nvPr/>
        </p:nvGrpSpPr>
        <p:grpSpPr>
          <a:xfrm>
            <a:off x="910209" y="5169675"/>
            <a:ext cx="710126" cy="196850"/>
            <a:chOff x="1601959" y="2654797"/>
            <a:chExt cx="710126" cy="196850"/>
          </a:xfrm>
        </p:grpSpPr>
        <p:pic>
          <p:nvPicPr>
            <p:cNvPr id="11" name="Graphic 10">
              <a:extLst>
                <a:ext uri="{FF2B5EF4-FFF2-40B4-BE49-F238E27FC236}">
                  <a16:creationId xmlns:a16="http://schemas.microsoft.com/office/drawing/2014/main" id="{35327F8B-9E9E-96D0-0370-C7F85D7301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589656" y="2667100"/>
              <a:ext cx="196850" cy="172244"/>
            </a:xfrm>
            <a:prstGeom prst="rect">
              <a:avLst/>
            </a:prstGeom>
          </p:spPr>
        </p:pic>
        <p:pic>
          <p:nvPicPr>
            <p:cNvPr id="12" name="Graphic 11">
              <a:extLst>
                <a:ext uri="{FF2B5EF4-FFF2-40B4-BE49-F238E27FC236}">
                  <a16:creationId xmlns:a16="http://schemas.microsoft.com/office/drawing/2014/main" id="{A7A80CCA-406F-3711-01F4-AD7F74D97E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768950" y="2667100"/>
              <a:ext cx="196850" cy="172244"/>
            </a:xfrm>
            <a:prstGeom prst="rect">
              <a:avLst/>
            </a:prstGeom>
          </p:spPr>
        </p:pic>
        <p:pic>
          <p:nvPicPr>
            <p:cNvPr id="13" name="Graphic 12">
              <a:extLst>
                <a:ext uri="{FF2B5EF4-FFF2-40B4-BE49-F238E27FC236}">
                  <a16:creationId xmlns:a16="http://schemas.microsoft.com/office/drawing/2014/main" id="{A554269C-7C88-6BDF-9FB7-BDF18AFE1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948244" y="2667100"/>
              <a:ext cx="196850" cy="172244"/>
            </a:xfrm>
            <a:prstGeom prst="rect">
              <a:avLst/>
            </a:prstGeom>
          </p:spPr>
        </p:pic>
        <p:pic>
          <p:nvPicPr>
            <p:cNvPr id="14" name="Graphic 13">
              <a:extLst>
                <a:ext uri="{FF2B5EF4-FFF2-40B4-BE49-F238E27FC236}">
                  <a16:creationId xmlns:a16="http://schemas.microsoft.com/office/drawing/2014/main" id="{C0A36176-6383-BA5E-08CC-43DCD1D6E8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2127538" y="2667100"/>
              <a:ext cx="196850" cy="172244"/>
            </a:xfrm>
            <a:prstGeom prst="rect">
              <a:avLst/>
            </a:prstGeom>
          </p:spPr>
        </p:pic>
      </p:grpSp>
      <p:pic>
        <p:nvPicPr>
          <p:cNvPr id="9" name="Picture Placeholder 8">
            <a:extLst>
              <a:ext uri="{FF2B5EF4-FFF2-40B4-BE49-F238E27FC236}">
                <a16:creationId xmlns:a16="http://schemas.microsoft.com/office/drawing/2014/main" id="{E77B7A0D-B09E-8D05-E1DA-2A87CE3C57A1}"/>
              </a:ext>
            </a:extLst>
          </p:cNvPr>
          <p:cNvPicPr>
            <a:picLocks noGrp="1" noChangeAspect="1"/>
          </p:cNvPicPr>
          <p:nvPr>
            <p:ph type="pic" sz="quarter" idx="10"/>
          </p:nvPr>
        </p:nvPicPr>
        <p:blipFill>
          <a:blip r:embed="rId4" cstate="screen">
            <a:extLst>
              <a:ext uri="{28A0092B-C50C-407E-A947-70E740481C1C}">
                <a14:useLocalDpi xmlns:a14="http://schemas.microsoft.com/office/drawing/2010/main"/>
              </a:ext>
            </a:extLst>
          </a:blip>
          <a:srcRect/>
          <a:stretch>
            <a:fillRect/>
          </a:stretch>
        </p:blipFill>
        <p:spPr/>
      </p:pic>
      <p:sp>
        <p:nvSpPr>
          <p:cNvPr id="4" name="Google Shape;22;p26">
            <a:extLst>
              <a:ext uri="{FF2B5EF4-FFF2-40B4-BE49-F238E27FC236}">
                <a16:creationId xmlns:a16="http://schemas.microsoft.com/office/drawing/2014/main" id="{3BAFF4A0-B264-2D6C-628F-C83431317F1B}"/>
              </a:ext>
            </a:extLst>
          </p:cNvPr>
          <p:cNvSpPr txBox="1">
            <a:spLocks/>
          </p:cNvSpPr>
          <p:nvPr/>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Tree>
    <p:extLst>
      <p:ext uri="{BB962C8B-B14F-4D97-AF65-F5344CB8AC3E}">
        <p14:creationId xmlns:p14="http://schemas.microsoft.com/office/powerpoint/2010/main" val="864225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3ECAB-18B4-81A9-4DB8-39380B7E71A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9EDA2D4-1B94-A67F-447E-29FCC8C05F86}"/>
              </a:ext>
            </a:extLst>
          </p:cNvPr>
          <p:cNvSpPr>
            <a:spLocks noGrp="1"/>
          </p:cNvSpPr>
          <p:nvPr>
            <p:ph type="body" sz="quarter" idx="25"/>
          </p:nvPr>
        </p:nvSpPr>
        <p:spPr/>
        <p:txBody>
          <a:bodyPr/>
          <a:lstStyle/>
          <a:p>
            <a:r>
              <a:rPr lang="en-US" i="1" dirty="0"/>
              <a:t>Train Baseline Model</a:t>
            </a:r>
          </a:p>
        </p:txBody>
      </p:sp>
      <p:sp>
        <p:nvSpPr>
          <p:cNvPr id="13" name="Text Placeholder 12">
            <a:extLst>
              <a:ext uri="{FF2B5EF4-FFF2-40B4-BE49-F238E27FC236}">
                <a16:creationId xmlns:a16="http://schemas.microsoft.com/office/drawing/2014/main" id="{1D2C3481-A50A-2FA3-117A-520BA43A4B36}"/>
              </a:ext>
            </a:extLst>
          </p:cNvPr>
          <p:cNvSpPr>
            <a:spLocks noGrp="1"/>
          </p:cNvSpPr>
          <p:nvPr>
            <p:ph type="body" sz="quarter" idx="26"/>
          </p:nvPr>
        </p:nvSpPr>
        <p:spPr/>
        <p:txBody>
          <a:bodyPr/>
          <a:lstStyle/>
          <a:p>
            <a:r>
              <a:rPr lang="en-US" i="1" dirty="0"/>
              <a:t>Evaluate metrics: Precision, Recall, F1-Score, </a:t>
            </a:r>
            <a:r>
              <a:rPr lang="en-US" i="1" dirty="0" err="1"/>
              <a:t>IoU</a:t>
            </a:r>
            <a:endParaRPr lang="en-US" i="1" dirty="0"/>
          </a:p>
        </p:txBody>
      </p:sp>
      <p:sp>
        <p:nvSpPr>
          <p:cNvPr id="14" name="Text Placeholder 13">
            <a:extLst>
              <a:ext uri="{FF2B5EF4-FFF2-40B4-BE49-F238E27FC236}">
                <a16:creationId xmlns:a16="http://schemas.microsoft.com/office/drawing/2014/main" id="{275D2E57-3862-2753-66EF-B96B6F1F1FD9}"/>
              </a:ext>
            </a:extLst>
          </p:cNvPr>
          <p:cNvSpPr>
            <a:spLocks noGrp="1"/>
          </p:cNvSpPr>
          <p:nvPr>
            <p:ph type="body" sz="quarter" idx="27"/>
          </p:nvPr>
        </p:nvSpPr>
        <p:spPr/>
        <p:txBody>
          <a:bodyPr>
            <a:normAutofit fontScale="92500"/>
          </a:bodyPr>
          <a:lstStyle/>
          <a:p>
            <a:endParaRPr lang="en-US" dirty="0"/>
          </a:p>
          <a:p>
            <a:r>
              <a:rPr lang="en-US" i="1" dirty="0"/>
              <a:t>Improve performance by using advanced techniques</a:t>
            </a:r>
          </a:p>
          <a:p>
            <a:endParaRPr lang="en-US" dirty="0"/>
          </a:p>
        </p:txBody>
      </p:sp>
      <p:sp>
        <p:nvSpPr>
          <p:cNvPr id="40" name="Text Placeholder 39">
            <a:extLst>
              <a:ext uri="{FF2B5EF4-FFF2-40B4-BE49-F238E27FC236}">
                <a16:creationId xmlns:a16="http://schemas.microsoft.com/office/drawing/2014/main" id="{18EAD701-5DB4-1705-513F-F5A8313DB372}"/>
              </a:ext>
            </a:extLst>
          </p:cNvPr>
          <p:cNvSpPr>
            <a:spLocks noGrp="1"/>
          </p:cNvSpPr>
          <p:nvPr>
            <p:ph type="body" sz="quarter" idx="17"/>
          </p:nvPr>
        </p:nvSpPr>
        <p:spPr/>
        <p:txBody>
          <a:bodyPr>
            <a:normAutofit/>
          </a:bodyPr>
          <a:lstStyle/>
          <a:p>
            <a:pPr lvl="0"/>
            <a:r>
              <a:rPr lang="en-US" i="1" dirty="0"/>
              <a:t>Implement a Salient Object Detection system</a:t>
            </a:r>
          </a:p>
        </p:txBody>
      </p:sp>
      <p:sp>
        <p:nvSpPr>
          <p:cNvPr id="6" name="Title 5">
            <a:extLst>
              <a:ext uri="{FF2B5EF4-FFF2-40B4-BE49-F238E27FC236}">
                <a16:creationId xmlns:a16="http://schemas.microsoft.com/office/drawing/2014/main" id="{1168F0B3-C302-352E-14E4-2109E032FF1A}"/>
              </a:ext>
            </a:extLst>
          </p:cNvPr>
          <p:cNvSpPr>
            <a:spLocks noGrp="1"/>
          </p:cNvSpPr>
          <p:nvPr>
            <p:ph type="title"/>
          </p:nvPr>
        </p:nvSpPr>
        <p:spPr/>
        <p:txBody>
          <a:bodyPr/>
          <a:lstStyle/>
          <a:p>
            <a:pPr lvl="0"/>
            <a:r>
              <a:rPr lang="en-US" dirty="0"/>
              <a:t>Project Overview</a:t>
            </a:r>
            <a:endParaRPr lang="en-US" dirty="0">
              <a:sym typeface="Georgia"/>
            </a:endParaRPr>
          </a:p>
        </p:txBody>
      </p:sp>
      <p:sp>
        <p:nvSpPr>
          <p:cNvPr id="2" name="TextBox 1">
            <a:extLst>
              <a:ext uri="{FF2B5EF4-FFF2-40B4-BE49-F238E27FC236}">
                <a16:creationId xmlns:a16="http://schemas.microsoft.com/office/drawing/2014/main" id="{E0910BF9-7E96-9C88-6C7F-CD944F106F70}"/>
              </a:ext>
            </a:extLst>
          </p:cNvPr>
          <p:cNvSpPr txBox="1"/>
          <p:nvPr/>
        </p:nvSpPr>
        <p:spPr>
          <a:xfrm>
            <a:off x="894736" y="1232965"/>
            <a:ext cx="3211135" cy="923330"/>
          </a:xfrm>
          <a:prstGeom prst="rect">
            <a:avLst/>
          </a:prstGeom>
          <a:noFill/>
        </p:spPr>
        <p:txBody>
          <a:bodyPr wrap="none" rtlCol="0">
            <a:spAutoFit/>
          </a:bodyPr>
          <a:lstStyle/>
          <a:p>
            <a:r>
              <a:rPr lang="en-US" sz="1800" b="1" i="1" dirty="0">
                <a:solidFill>
                  <a:schemeClr val="bg2"/>
                </a:solidFill>
              </a:rPr>
              <a:t>Chosen dataset:</a:t>
            </a:r>
          </a:p>
          <a:p>
            <a:r>
              <a:rPr lang="en-US" sz="1800" b="1" i="1" dirty="0">
                <a:solidFill>
                  <a:schemeClr val="bg2"/>
                </a:solidFill>
              </a:rPr>
              <a:t>DUTS-TR &amp; DUTS-TE</a:t>
            </a:r>
          </a:p>
          <a:p>
            <a:r>
              <a:rPr lang="en-US" sz="1800" b="1" i="1" dirty="0">
                <a:solidFill>
                  <a:schemeClr val="bg2"/>
                </a:solidFill>
              </a:rPr>
              <a:t>Merging and preprocessing</a:t>
            </a:r>
            <a:endParaRPr lang="pl-PL" sz="1800" b="1" i="1" dirty="0">
              <a:solidFill>
                <a:schemeClr val="bg2"/>
              </a:solidFill>
            </a:endParaRPr>
          </a:p>
        </p:txBody>
      </p:sp>
      <p:sp>
        <p:nvSpPr>
          <p:cNvPr id="3" name="TextBox 2">
            <a:extLst>
              <a:ext uri="{FF2B5EF4-FFF2-40B4-BE49-F238E27FC236}">
                <a16:creationId xmlns:a16="http://schemas.microsoft.com/office/drawing/2014/main" id="{A34589BA-42D2-15F1-9722-5C826EEF95DB}"/>
              </a:ext>
            </a:extLst>
          </p:cNvPr>
          <p:cNvSpPr txBox="1"/>
          <p:nvPr/>
        </p:nvSpPr>
        <p:spPr>
          <a:xfrm>
            <a:off x="8752673" y="3993387"/>
            <a:ext cx="3057247" cy="1200329"/>
          </a:xfrm>
          <a:prstGeom prst="rect">
            <a:avLst/>
          </a:prstGeom>
          <a:noFill/>
        </p:spPr>
        <p:txBody>
          <a:bodyPr wrap="none" rtlCol="0">
            <a:spAutoFit/>
          </a:bodyPr>
          <a:lstStyle/>
          <a:p>
            <a:r>
              <a:rPr lang="en-US" sz="1800" b="1" i="1" dirty="0">
                <a:solidFill>
                  <a:schemeClr val="bg2"/>
                </a:solidFill>
              </a:rPr>
              <a:t>Implementation:</a:t>
            </a:r>
          </a:p>
          <a:p>
            <a:r>
              <a:rPr lang="en-US" sz="1800" b="1" i="1" dirty="0" err="1">
                <a:solidFill>
                  <a:schemeClr val="bg2"/>
                </a:solidFill>
              </a:rPr>
              <a:t>PyTorch</a:t>
            </a:r>
            <a:endParaRPr lang="en-US" sz="1800" b="1" i="1" dirty="0">
              <a:solidFill>
                <a:schemeClr val="bg2"/>
              </a:solidFill>
            </a:endParaRPr>
          </a:p>
          <a:p>
            <a:r>
              <a:rPr lang="en-US" sz="1800" b="1" i="1" dirty="0" err="1">
                <a:solidFill>
                  <a:schemeClr val="bg2"/>
                </a:solidFill>
              </a:rPr>
              <a:t>Unet</a:t>
            </a:r>
            <a:r>
              <a:rPr lang="en-US" sz="1800" b="1" i="1" dirty="0">
                <a:solidFill>
                  <a:schemeClr val="bg2"/>
                </a:solidFill>
              </a:rPr>
              <a:t>-based SOD model</a:t>
            </a:r>
          </a:p>
          <a:p>
            <a:r>
              <a:rPr lang="en-US" sz="1800" b="1" i="1" dirty="0">
                <a:solidFill>
                  <a:schemeClr val="bg2"/>
                </a:solidFill>
              </a:rPr>
              <a:t>Train and Evaluate scripts</a:t>
            </a:r>
          </a:p>
        </p:txBody>
      </p:sp>
      <p:sp>
        <p:nvSpPr>
          <p:cNvPr id="4" name="TextBox 3">
            <a:extLst>
              <a:ext uri="{FF2B5EF4-FFF2-40B4-BE49-F238E27FC236}">
                <a16:creationId xmlns:a16="http://schemas.microsoft.com/office/drawing/2014/main" id="{31C47ECC-FF1A-4E8B-F54E-8BC3EE4E54C2}"/>
              </a:ext>
            </a:extLst>
          </p:cNvPr>
          <p:cNvSpPr txBox="1"/>
          <p:nvPr/>
        </p:nvSpPr>
        <p:spPr>
          <a:xfrm>
            <a:off x="1113051" y="3994877"/>
            <a:ext cx="4365624" cy="1415772"/>
          </a:xfrm>
          <a:prstGeom prst="rect">
            <a:avLst/>
          </a:prstGeom>
          <a:noFill/>
        </p:spPr>
        <p:txBody>
          <a:bodyPr wrap="square" rtlCol="0">
            <a:spAutoFit/>
          </a:bodyPr>
          <a:lstStyle/>
          <a:p>
            <a:r>
              <a:rPr lang="en-US" sz="1800" b="1" i="1" dirty="0">
                <a:solidFill>
                  <a:schemeClr val="bg2"/>
                </a:solidFill>
              </a:rPr>
              <a:t>Training Settings:</a:t>
            </a:r>
          </a:p>
          <a:p>
            <a:r>
              <a:rPr lang="en-US" sz="1800" b="1" i="1">
                <a:solidFill>
                  <a:schemeClr val="bg2"/>
                </a:solidFill>
              </a:rPr>
              <a:t>Optimizer</a:t>
            </a:r>
            <a:r>
              <a:rPr lang="en-US" sz="1800" b="1" i="1" dirty="0">
                <a:solidFill>
                  <a:schemeClr val="bg2"/>
                </a:solidFill>
              </a:rPr>
              <a:t>: Adam (LR = 0.001)</a:t>
            </a:r>
          </a:p>
          <a:p>
            <a:r>
              <a:rPr lang="en-US" sz="1800" b="1" i="1" dirty="0">
                <a:solidFill>
                  <a:schemeClr val="bg2"/>
                </a:solidFill>
              </a:rPr>
              <a:t>Epochs: 20-25</a:t>
            </a:r>
          </a:p>
          <a:p>
            <a:r>
              <a:rPr lang="en-US" sz="1800" b="1" i="1" dirty="0">
                <a:solidFill>
                  <a:schemeClr val="bg2"/>
                </a:solidFill>
              </a:rPr>
              <a:t>Function: BCE + 0.5 × (1 − </a:t>
            </a:r>
            <a:r>
              <a:rPr lang="en-US" sz="1800" b="1" i="1" dirty="0" err="1">
                <a:solidFill>
                  <a:schemeClr val="bg2"/>
                </a:solidFill>
              </a:rPr>
              <a:t>IoU</a:t>
            </a:r>
            <a:r>
              <a:rPr lang="en-US" sz="1800" b="1" i="1" dirty="0">
                <a:solidFill>
                  <a:schemeClr val="bg2"/>
                </a:solidFill>
              </a:rPr>
              <a:t>)</a:t>
            </a:r>
          </a:p>
          <a:p>
            <a:endParaRPr lang="pl-PL" dirty="0">
              <a:solidFill>
                <a:schemeClr val="bg2"/>
              </a:solidFill>
            </a:endParaRPr>
          </a:p>
        </p:txBody>
      </p:sp>
    </p:spTree>
    <p:extLst>
      <p:ext uri="{BB962C8B-B14F-4D97-AF65-F5344CB8AC3E}">
        <p14:creationId xmlns:p14="http://schemas.microsoft.com/office/powerpoint/2010/main" val="1948270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6DCFDB-949B-E04E-4EBF-CF1F5922830B}"/>
              </a:ext>
            </a:extLst>
          </p:cNvPr>
          <p:cNvSpPr>
            <a:spLocks noGrp="1"/>
          </p:cNvSpPr>
          <p:nvPr>
            <p:ph type="body" idx="2"/>
          </p:nvPr>
        </p:nvSpPr>
        <p:spPr>
          <a:xfrm>
            <a:off x="993896" y="1454949"/>
            <a:ext cx="4917806" cy="4454237"/>
          </a:xfrm>
        </p:spPr>
        <p:txBody>
          <a:bodyPr>
            <a:normAutofit/>
          </a:bodyPr>
          <a:lstStyle/>
          <a:p>
            <a:pPr algn="ctr"/>
            <a:r>
              <a:rPr lang="en-US" b="0" dirty="0"/>
              <a:t>Precision: </a:t>
            </a:r>
            <a:r>
              <a:rPr lang="en-US" dirty="0"/>
              <a:t>0.6480</a:t>
            </a:r>
          </a:p>
          <a:p>
            <a:pPr algn="ctr"/>
            <a:r>
              <a:rPr lang="en-US" b="0" dirty="0"/>
              <a:t>Recall:</a:t>
            </a:r>
            <a:r>
              <a:rPr lang="en-US" dirty="0"/>
              <a:t> 0.7639</a:t>
            </a:r>
          </a:p>
          <a:p>
            <a:pPr algn="ctr"/>
            <a:r>
              <a:rPr lang="en-US" b="0" dirty="0"/>
              <a:t>F1-Score: </a:t>
            </a:r>
            <a:r>
              <a:rPr lang="en-US" dirty="0"/>
              <a:t>0.6533</a:t>
            </a:r>
          </a:p>
          <a:p>
            <a:pPr algn="ctr"/>
            <a:r>
              <a:rPr lang="en-US" b="0" dirty="0" err="1"/>
              <a:t>IoU</a:t>
            </a:r>
            <a:r>
              <a:rPr lang="en-US" b="0" dirty="0"/>
              <a:t>: </a:t>
            </a:r>
            <a:r>
              <a:rPr lang="en-US" dirty="0"/>
              <a:t>0.5162</a:t>
            </a:r>
          </a:p>
          <a:p>
            <a:endParaRPr lang="en-US" dirty="0"/>
          </a:p>
          <a:p>
            <a:endParaRPr lang="en-US" dirty="0"/>
          </a:p>
          <a:p>
            <a:r>
              <a:rPr lang="en-US" dirty="0"/>
              <a:t>Challenges:</a:t>
            </a:r>
          </a:p>
          <a:p>
            <a:pPr marL="342900" indent="-342900">
              <a:buFont typeface="Arial" panose="020B0604020202020204" pitchFamily="34" charset="0"/>
              <a:buChar char="•"/>
            </a:pPr>
            <a:r>
              <a:rPr lang="en-US" i="1" dirty="0"/>
              <a:t>Overfitting</a:t>
            </a:r>
            <a:r>
              <a:rPr lang="en-US" b="0" dirty="0"/>
              <a:t> was present due to limited augmentation</a:t>
            </a:r>
          </a:p>
          <a:p>
            <a:pPr marL="342900" indent="-342900">
              <a:buFont typeface="Arial" panose="020B0604020202020204" pitchFamily="34" charset="0"/>
              <a:buChar char="•"/>
            </a:pPr>
            <a:r>
              <a:rPr lang="en-US" b="0" dirty="0"/>
              <a:t>Baseline struggled with</a:t>
            </a:r>
            <a:r>
              <a:rPr lang="en-US" dirty="0"/>
              <a:t> </a:t>
            </a:r>
            <a:r>
              <a:rPr lang="en-US" i="1" dirty="0"/>
              <a:t>object boundaries</a:t>
            </a:r>
          </a:p>
        </p:txBody>
      </p:sp>
      <p:sp>
        <p:nvSpPr>
          <p:cNvPr id="2" name="Title 1">
            <a:extLst>
              <a:ext uri="{FF2B5EF4-FFF2-40B4-BE49-F238E27FC236}">
                <a16:creationId xmlns:a16="http://schemas.microsoft.com/office/drawing/2014/main" id="{4E1B652A-F2A2-06AC-80A9-8D3927F70ABD}"/>
              </a:ext>
            </a:extLst>
          </p:cNvPr>
          <p:cNvSpPr>
            <a:spLocks noGrp="1"/>
          </p:cNvSpPr>
          <p:nvPr>
            <p:ph type="title"/>
          </p:nvPr>
        </p:nvSpPr>
        <p:spPr/>
        <p:txBody>
          <a:bodyPr/>
          <a:lstStyle/>
          <a:p>
            <a:r>
              <a:rPr lang="en-US" dirty="0"/>
              <a:t>Baseline Model Evaluation</a:t>
            </a:r>
            <a:endParaRPr lang="pl-PL" dirty="0"/>
          </a:p>
        </p:txBody>
      </p:sp>
      <p:pic>
        <p:nvPicPr>
          <p:cNvPr id="7" name="Picture 6" descr="A comparison of a yellow and blue image&#10;&#10;AI-generated content may be incorrect.">
            <a:extLst>
              <a:ext uri="{FF2B5EF4-FFF2-40B4-BE49-F238E27FC236}">
                <a16:creationId xmlns:a16="http://schemas.microsoft.com/office/drawing/2014/main" id="{82ACB5BB-EAA7-3685-D238-0B9FEF828622}"/>
              </a:ext>
            </a:extLst>
          </p:cNvPr>
          <p:cNvPicPr>
            <a:picLocks noChangeAspect="1"/>
          </p:cNvPicPr>
          <p:nvPr/>
        </p:nvPicPr>
        <p:blipFill>
          <a:blip r:embed="rId2"/>
          <a:stretch>
            <a:fillRect/>
          </a:stretch>
        </p:blipFill>
        <p:spPr>
          <a:xfrm>
            <a:off x="6096000" y="3227014"/>
            <a:ext cx="5343046" cy="1411371"/>
          </a:xfrm>
          <a:prstGeom prst="rect">
            <a:avLst/>
          </a:prstGeom>
        </p:spPr>
      </p:pic>
      <p:pic>
        <p:nvPicPr>
          <p:cNvPr id="10" name="Picture 9" descr="A comparison of a yellow and blue image&#10;&#10;AI-generated content may be incorrect.">
            <a:extLst>
              <a:ext uri="{FF2B5EF4-FFF2-40B4-BE49-F238E27FC236}">
                <a16:creationId xmlns:a16="http://schemas.microsoft.com/office/drawing/2014/main" id="{FB6C3938-AA5B-5BEE-0630-6A85B69BB60C}"/>
              </a:ext>
            </a:extLst>
          </p:cNvPr>
          <p:cNvPicPr>
            <a:picLocks noChangeAspect="1"/>
          </p:cNvPicPr>
          <p:nvPr/>
        </p:nvPicPr>
        <p:blipFill>
          <a:blip r:embed="rId3"/>
          <a:stretch>
            <a:fillRect/>
          </a:stretch>
        </p:blipFill>
        <p:spPr>
          <a:xfrm>
            <a:off x="6096000" y="1454950"/>
            <a:ext cx="5343045" cy="1411371"/>
          </a:xfrm>
          <a:prstGeom prst="rect">
            <a:avLst/>
          </a:prstGeom>
        </p:spPr>
      </p:pic>
      <p:pic>
        <p:nvPicPr>
          <p:cNvPr id="12" name="Picture 11" descr="A yellow and green gradients&#10;&#10;AI-generated content may be incorrect.">
            <a:extLst>
              <a:ext uri="{FF2B5EF4-FFF2-40B4-BE49-F238E27FC236}">
                <a16:creationId xmlns:a16="http://schemas.microsoft.com/office/drawing/2014/main" id="{D1F28184-E3AA-8A64-DE58-1A44DF8C0E81}"/>
              </a:ext>
            </a:extLst>
          </p:cNvPr>
          <p:cNvPicPr>
            <a:picLocks noChangeAspect="1"/>
          </p:cNvPicPr>
          <p:nvPr/>
        </p:nvPicPr>
        <p:blipFill>
          <a:blip r:embed="rId4"/>
          <a:stretch>
            <a:fillRect/>
          </a:stretch>
        </p:blipFill>
        <p:spPr>
          <a:xfrm>
            <a:off x="6096000" y="4999078"/>
            <a:ext cx="5343045" cy="1411371"/>
          </a:xfrm>
          <a:prstGeom prst="rect">
            <a:avLst/>
          </a:prstGeom>
        </p:spPr>
      </p:pic>
    </p:spTree>
    <p:extLst>
      <p:ext uri="{BB962C8B-B14F-4D97-AF65-F5344CB8AC3E}">
        <p14:creationId xmlns:p14="http://schemas.microsoft.com/office/powerpoint/2010/main" val="2792576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66B0B-120C-F1D9-AEE1-D18CF752FEF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554B2CC-4284-ECE6-FDB3-9CD5572FF59E}"/>
              </a:ext>
            </a:extLst>
          </p:cNvPr>
          <p:cNvSpPr>
            <a:spLocks noGrp="1"/>
          </p:cNvSpPr>
          <p:nvPr>
            <p:ph type="body" idx="2"/>
          </p:nvPr>
        </p:nvSpPr>
        <p:spPr>
          <a:xfrm>
            <a:off x="993896" y="3588013"/>
            <a:ext cx="4917806" cy="2321174"/>
          </a:xfrm>
        </p:spPr>
        <p:txBody>
          <a:bodyPr>
            <a:normAutofit/>
          </a:bodyPr>
          <a:lstStyle/>
          <a:p>
            <a:r>
              <a:rPr lang="en-US" b="0" i="1" dirty="0"/>
              <a:t>Key improvements:</a:t>
            </a:r>
          </a:p>
          <a:p>
            <a:pPr marL="342900" indent="-342900">
              <a:buFont typeface="Arial" panose="020B0604020202020204" pitchFamily="34" charset="0"/>
              <a:buChar char="•"/>
            </a:pPr>
            <a:r>
              <a:rPr lang="en-US" b="0" i="1" dirty="0"/>
              <a:t>Batch Normalization</a:t>
            </a:r>
          </a:p>
          <a:p>
            <a:pPr marL="342900" indent="-342900">
              <a:buFont typeface="Arial" panose="020B0604020202020204" pitchFamily="34" charset="0"/>
              <a:buChar char="•"/>
            </a:pPr>
            <a:r>
              <a:rPr lang="en-US" b="0" i="1" dirty="0"/>
              <a:t>Better augmentations(random horizontal flip, crop &amp; resize, brightness adjustment)</a:t>
            </a:r>
          </a:p>
          <a:p>
            <a:pPr marL="342900" indent="-342900">
              <a:buFont typeface="Arial" panose="020B0604020202020204" pitchFamily="34" charset="0"/>
              <a:buChar char="•"/>
            </a:pPr>
            <a:r>
              <a:rPr lang="en-US" b="0" i="1" dirty="0"/>
              <a:t>Learning rate scheduler</a:t>
            </a:r>
          </a:p>
          <a:p>
            <a:pPr marL="342900" indent="-342900">
              <a:buFont typeface="Arial" panose="020B0604020202020204" pitchFamily="34" charset="0"/>
              <a:buChar char="•"/>
            </a:pPr>
            <a:r>
              <a:rPr lang="en-US" b="0" i="1" dirty="0"/>
              <a:t>More stable training</a:t>
            </a:r>
          </a:p>
        </p:txBody>
      </p:sp>
      <p:sp>
        <p:nvSpPr>
          <p:cNvPr id="2" name="Title 1">
            <a:extLst>
              <a:ext uri="{FF2B5EF4-FFF2-40B4-BE49-F238E27FC236}">
                <a16:creationId xmlns:a16="http://schemas.microsoft.com/office/drawing/2014/main" id="{2B7CAA90-9C93-9D44-1FF7-A2E56A313C89}"/>
              </a:ext>
            </a:extLst>
          </p:cNvPr>
          <p:cNvSpPr>
            <a:spLocks noGrp="1"/>
          </p:cNvSpPr>
          <p:nvPr>
            <p:ph type="title"/>
          </p:nvPr>
        </p:nvSpPr>
        <p:spPr/>
        <p:txBody>
          <a:bodyPr/>
          <a:lstStyle/>
          <a:p>
            <a:r>
              <a:rPr lang="en-US" dirty="0"/>
              <a:t>Improved &amp; Final Model</a:t>
            </a:r>
            <a:endParaRPr lang="pl-PL" dirty="0"/>
          </a:p>
        </p:txBody>
      </p:sp>
      <p:graphicFrame>
        <p:nvGraphicFramePr>
          <p:cNvPr id="4" name="Table 3">
            <a:extLst>
              <a:ext uri="{FF2B5EF4-FFF2-40B4-BE49-F238E27FC236}">
                <a16:creationId xmlns:a16="http://schemas.microsoft.com/office/drawing/2014/main" id="{D791624C-E2FD-0985-0C82-2A2E1BD6D152}"/>
              </a:ext>
            </a:extLst>
          </p:cNvPr>
          <p:cNvGraphicFramePr>
            <a:graphicFrameLocks noGrp="1"/>
          </p:cNvGraphicFramePr>
          <p:nvPr>
            <p:extLst>
              <p:ext uri="{D42A27DB-BD31-4B8C-83A1-F6EECF244321}">
                <p14:modId xmlns:p14="http://schemas.microsoft.com/office/powerpoint/2010/main" val="2974651520"/>
              </p:ext>
            </p:extLst>
          </p:nvPr>
        </p:nvGraphicFramePr>
        <p:xfrm>
          <a:off x="748090" y="1420869"/>
          <a:ext cx="8127999" cy="1849120"/>
        </p:xfrm>
        <a:graphic>
          <a:graphicData uri="http://schemas.openxmlformats.org/drawingml/2006/table">
            <a:tbl>
              <a:tblPr firstRow="1" bandRow="1">
                <a:tableStyleId>{C083E6E3-FA7D-4D7B-A595-EF9225AFEA82}</a:tableStyleId>
              </a:tblPr>
              <a:tblGrid>
                <a:gridCol w="2709333">
                  <a:extLst>
                    <a:ext uri="{9D8B030D-6E8A-4147-A177-3AD203B41FA5}">
                      <a16:colId xmlns:a16="http://schemas.microsoft.com/office/drawing/2014/main" val="1171766443"/>
                    </a:ext>
                  </a:extLst>
                </a:gridCol>
                <a:gridCol w="2709333">
                  <a:extLst>
                    <a:ext uri="{9D8B030D-6E8A-4147-A177-3AD203B41FA5}">
                      <a16:colId xmlns:a16="http://schemas.microsoft.com/office/drawing/2014/main" val="419873614"/>
                    </a:ext>
                  </a:extLst>
                </a:gridCol>
                <a:gridCol w="2709333">
                  <a:extLst>
                    <a:ext uri="{9D8B030D-6E8A-4147-A177-3AD203B41FA5}">
                      <a16:colId xmlns:a16="http://schemas.microsoft.com/office/drawing/2014/main" val="2334788171"/>
                    </a:ext>
                  </a:extLst>
                </a:gridCol>
              </a:tblGrid>
              <a:tr h="0">
                <a:tc>
                  <a:txBody>
                    <a:bodyPr/>
                    <a:lstStyle/>
                    <a:p>
                      <a:r>
                        <a:rPr lang="en-US" dirty="0">
                          <a:solidFill>
                            <a:schemeClr val="bg2"/>
                          </a:solidFill>
                        </a:rPr>
                        <a:t>Metric</a:t>
                      </a:r>
                      <a:endParaRPr lang="pl-PL" dirty="0">
                        <a:solidFill>
                          <a:schemeClr val="bg2"/>
                        </a:solidFill>
                      </a:endParaRPr>
                    </a:p>
                  </a:txBody>
                  <a:tcPr/>
                </a:tc>
                <a:tc>
                  <a:txBody>
                    <a:bodyPr/>
                    <a:lstStyle/>
                    <a:p>
                      <a:r>
                        <a:rPr lang="en-US" dirty="0">
                          <a:solidFill>
                            <a:schemeClr val="bg2"/>
                          </a:solidFill>
                        </a:rPr>
                        <a:t>Baseline</a:t>
                      </a:r>
                      <a:endParaRPr lang="pl-PL" dirty="0">
                        <a:solidFill>
                          <a:schemeClr val="bg2"/>
                        </a:solidFill>
                      </a:endParaRPr>
                    </a:p>
                  </a:txBody>
                  <a:tcPr/>
                </a:tc>
                <a:tc>
                  <a:txBody>
                    <a:bodyPr/>
                    <a:lstStyle/>
                    <a:p>
                      <a:r>
                        <a:rPr lang="en-US" dirty="0">
                          <a:solidFill>
                            <a:schemeClr val="bg2"/>
                          </a:solidFill>
                        </a:rPr>
                        <a:t>Improved</a:t>
                      </a:r>
                      <a:endParaRPr lang="pl-PL" dirty="0">
                        <a:solidFill>
                          <a:schemeClr val="bg2"/>
                        </a:solidFill>
                      </a:endParaRPr>
                    </a:p>
                  </a:txBody>
                  <a:tcPr/>
                </a:tc>
                <a:extLst>
                  <a:ext uri="{0D108BD9-81ED-4DB2-BD59-A6C34878D82A}">
                    <a16:rowId xmlns:a16="http://schemas.microsoft.com/office/drawing/2014/main" val="926340134"/>
                  </a:ext>
                </a:extLst>
              </a:tr>
              <a:tr h="370840">
                <a:tc>
                  <a:txBody>
                    <a:bodyPr/>
                    <a:lstStyle/>
                    <a:p>
                      <a:r>
                        <a:rPr lang="en-US" dirty="0">
                          <a:solidFill>
                            <a:schemeClr val="bg2"/>
                          </a:solidFill>
                        </a:rPr>
                        <a:t>Precision</a:t>
                      </a:r>
                      <a:endParaRPr lang="pl-PL" dirty="0">
                        <a:solidFill>
                          <a:schemeClr val="bg2"/>
                        </a:solidFill>
                      </a:endParaRPr>
                    </a:p>
                  </a:txBody>
                  <a:tcPr/>
                </a:tc>
                <a:tc>
                  <a:txBody>
                    <a:bodyPr/>
                    <a:lstStyle/>
                    <a:p>
                      <a:r>
                        <a:rPr lang="en-US" dirty="0">
                          <a:solidFill>
                            <a:schemeClr val="bg2"/>
                          </a:solidFill>
                        </a:rPr>
                        <a:t>0.6480</a:t>
                      </a:r>
                      <a:endParaRPr lang="pl-PL" dirty="0">
                        <a:solidFill>
                          <a:schemeClr val="bg2"/>
                        </a:solidFill>
                      </a:endParaRPr>
                    </a:p>
                  </a:txBody>
                  <a:tcPr/>
                </a:tc>
                <a:tc>
                  <a:txBody>
                    <a:bodyPr/>
                    <a:lstStyle/>
                    <a:p>
                      <a:r>
                        <a:rPr lang="en-US" dirty="0">
                          <a:solidFill>
                            <a:schemeClr val="bg2"/>
                          </a:solidFill>
                        </a:rPr>
                        <a:t>0.8471</a:t>
                      </a:r>
                      <a:endParaRPr lang="pl-PL" dirty="0">
                        <a:solidFill>
                          <a:schemeClr val="bg2"/>
                        </a:solidFill>
                      </a:endParaRPr>
                    </a:p>
                  </a:txBody>
                  <a:tcPr/>
                </a:tc>
                <a:extLst>
                  <a:ext uri="{0D108BD9-81ED-4DB2-BD59-A6C34878D82A}">
                    <a16:rowId xmlns:a16="http://schemas.microsoft.com/office/drawing/2014/main" val="3617416650"/>
                  </a:ext>
                </a:extLst>
              </a:tr>
              <a:tr h="370840">
                <a:tc>
                  <a:txBody>
                    <a:bodyPr/>
                    <a:lstStyle/>
                    <a:p>
                      <a:r>
                        <a:rPr lang="en-US" dirty="0">
                          <a:solidFill>
                            <a:schemeClr val="bg2"/>
                          </a:solidFill>
                        </a:rPr>
                        <a:t>Recall</a:t>
                      </a:r>
                      <a:endParaRPr lang="pl-PL" dirty="0">
                        <a:solidFill>
                          <a:schemeClr val="bg2"/>
                        </a:solidFill>
                      </a:endParaRPr>
                    </a:p>
                  </a:txBody>
                  <a:tcPr/>
                </a:tc>
                <a:tc>
                  <a:txBody>
                    <a:bodyPr/>
                    <a:lstStyle/>
                    <a:p>
                      <a:r>
                        <a:rPr lang="en-US" dirty="0">
                          <a:solidFill>
                            <a:schemeClr val="bg2"/>
                          </a:solidFill>
                        </a:rPr>
                        <a:t>0.7639</a:t>
                      </a:r>
                      <a:endParaRPr lang="pl-PL" dirty="0">
                        <a:solidFill>
                          <a:schemeClr val="bg2"/>
                        </a:solidFill>
                      </a:endParaRPr>
                    </a:p>
                  </a:txBody>
                  <a:tcPr/>
                </a:tc>
                <a:tc>
                  <a:txBody>
                    <a:bodyPr/>
                    <a:lstStyle/>
                    <a:p>
                      <a:r>
                        <a:rPr lang="en-US" dirty="0">
                          <a:solidFill>
                            <a:schemeClr val="bg2"/>
                          </a:solidFill>
                        </a:rPr>
                        <a:t>0.8232</a:t>
                      </a:r>
                      <a:endParaRPr lang="pl-PL" dirty="0">
                        <a:solidFill>
                          <a:schemeClr val="bg2"/>
                        </a:solidFill>
                      </a:endParaRPr>
                    </a:p>
                  </a:txBody>
                  <a:tcPr/>
                </a:tc>
                <a:extLst>
                  <a:ext uri="{0D108BD9-81ED-4DB2-BD59-A6C34878D82A}">
                    <a16:rowId xmlns:a16="http://schemas.microsoft.com/office/drawing/2014/main" val="2989709077"/>
                  </a:ext>
                </a:extLst>
              </a:tr>
              <a:tr h="370840">
                <a:tc>
                  <a:txBody>
                    <a:bodyPr/>
                    <a:lstStyle/>
                    <a:p>
                      <a:r>
                        <a:rPr lang="en-US" dirty="0">
                          <a:solidFill>
                            <a:schemeClr val="bg2"/>
                          </a:solidFill>
                        </a:rPr>
                        <a:t>F1-Score</a:t>
                      </a:r>
                      <a:endParaRPr lang="pl-PL" dirty="0">
                        <a:solidFill>
                          <a:schemeClr val="bg2"/>
                        </a:solidFill>
                      </a:endParaRPr>
                    </a:p>
                  </a:txBody>
                  <a:tcPr/>
                </a:tc>
                <a:tc>
                  <a:txBody>
                    <a:bodyPr/>
                    <a:lstStyle/>
                    <a:p>
                      <a:r>
                        <a:rPr lang="en-US" dirty="0">
                          <a:solidFill>
                            <a:schemeClr val="bg2"/>
                          </a:solidFill>
                        </a:rPr>
                        <a:t>0.6533</a:t>
                      </a:r>
                      <a:endParaRPr lang="pl-PL" dirty="0">
                        <a:solidFill>
                          <a:schemeClr val="bg2"/>
                        </a:solidFill>
                      </a:endParaRPr>
                    </a:p>
                  </a:txBody>
                  <a:tcPr/>
                </a:tc>
                <a:tc>
                  <a:txBody>
                    <a:bodyPr/>
                    <a:lstStyle/>
                    <a:p>
                      <a:r>
                        <a:rPr lang="en-US" dirty="0">
                          <a:solidFill>
                            <a:schemeClr val="bg2"/>
                          </a:solidFill>
                        </a:rPr>
                        <a:t>0.8110</a:t>
                      </a:r>
                      <a:endParaRPr lang="pl-PL" dirty="0">
                        <a:solidFill>
                          <a:schemeClr val="bg2"/>
                        </a:solidFill>
                      </a:endParaRPr>
                    </a:p>
                  </a:txBody>
                  <a:tcPr/>
                </a:tc>
                <a:extLst>
                  <a:ext uri="{0D108BD9-81ED-4DB2-BD59-A6C34878D82A}">
                    <a16:rowId xmlns:a16="http://schemas.microsoft.com/office/drawing/2014/main" val="1134133076"/>
                  </a:ext>
                </a:extLst>
              </a:tr>
              <a:tr h="370840">
                <a:tc>
                  <a:txBody>
                    <a:bodyPr/>
                    <a:lstStyle/>
                    <a:p>
                      <a:r>
                        <a:rPr lang="en-US" dirty="0" err="1">
                          <a:solidFill>
                            <a:schemeClr val="bg2"/>
                          </a:solidFill>
                        </a:rPr>
                        <a:t>IoU</a:t>
                      </a:r>
                      <a:endParaRPr lang="pl-PL" dirty="0">
                        <a:solidFill>
                          <a:schemeClr val="bg2"/>
                        </a:solidFill>
                      </a:endParaRPr>
                    </a:p>
                  </a:txBody>
                  <a:tcPr/>
                </a:tc>
                <a:tc>
                  <a:txBody>
                    <a:bodyPr/>
                    <a:lstStyle/>
                    <a:p>
                      <a:r>
                        <a:rPr lang="en-US" dirty="0">
                          <a:solidFill>
                            <a:schemeClr val="bg2"/>
                          </a:solidFill>
                        </a:rPr>
                        <a:t>0.5162</a:t>
                      </a:r>
                      <a:endParaRPr lang="pl-PL" dirty="0">
                        <a:solidFill>
                          <a:schemeClr val="bg2"/>
                        </a:solidFill>
                      </a:endParaRPr>
                    </a:p>
                  </a:txBody>
                  <a:tcPr/>
                </a:tc>
                <a:tc>
                  <a:txBody>
                    <a:bodyPr/>
                    <a:lstStyle/>
                    <a:p>
                      <a:r>
                        <a:rPr lang="en-US" dirty="0">
                          <a:solidFill>
                            <a:schemeClr val="bg2"/>
                          </a:solidFill>
                        </a:rPr>
                        <a:t>0.7227</a:t>
                      </a:r>
                      <a:endParaRPr lang="pl-PL" dirty="0">
                        <a:solidFill>
                          <a:schemeClr val="bg2"/>
                        </a:solidFill>
                      </a:endParaRPr>
                    </a:p>
                  </a:txBody>
                  <a:tcPr/>
                </a:tc>
                <a:extLst>
                  <a:ext uri="{0D108BD9-81ED-4DB2-BD59-A6C34878D82A}">
                    <a16:rowId xmlns:a16="http://schemas.microsoft.com/office/drawing/2014/main" val="2715163222"/>
                  </a:ext>
                </a:extLst>
              </a:tr>
            </a:tbl>
          </a:graphicData>
        </a:graphic>
      </p:graphicFrame>
      <p:pic>
        <p:nvPicPr>
          <p:cNvPr id="6" name="Picture 5">
            <a:extLst>
              <a:ext uri="{FF2B5EF4-FFF2-40B4-BE49-F238E27FC236}">
                <a16:creationId xmlns:a16="http://schemas.microsoft.com/office/drawing/2014/main" id="{4491DF68-EEB9-FBA4-0E89-40FA2D28CBEB}"/>
              </a:ext>
            </a:extLst>
          </p:cNvPr>
          <p:cNvPicPr>
            <a:picLocks noChangeAspect="1"/>
          </p:cNvPicPr>
          <p:nvPr/>
        </p:nvPicPr>
        <p:blipFill>
          <a:blip r:embed="rId2"/>
          <a:stretch>
            <a:fillRect/>
          </a:stretch>
        </p:blipFill>
        <p:spPr>
          <a:xfrm>
            <a:off x="6472814" y="3429000"/>
            <a:ext cx="4236725" cy="1119135"/>
          </a:xfrm>
          <a:prstGeom prst="rect">
            <a:avLst/>
          </a:prstGeom>
        </p:spPr>
      </p:pic>
      <p:pic>
        <p:nvPicPr>
          <p:cNvPr id="15" name="Picture 14" descr="A comparison of a person's body&#10;&#10;AI-generated content may be incorrect.">
            <a:extLst>
              <a:ext uri="{FF2B5EF4-FFF2-40B4-BE49-F238E27FC236}">
                <a16:creationId xmlns:a16="http://schemas.microsoft.com/office/drawing/2014/main" id="{84398526-3D92-5391-2587-73A1AE6B007C}"/>
              </a:ext>
            </a:extLst>
          </p:cNvPr>
          <p:cNvPicPr>
            <a:picLocks noChangeAspect="1"/>
          </p:cNvPicPr>
          <p:nvPr/>
        </p:nvPicPr>
        <p:blipFill>
          <a:blip r:embed="rId3"/>
          <a:stretch>
            <a:fillRect/>
          </a:stretch>
        </p:blipFill>
        <p:spPr>
          <a:xfrm>
            <a:off x="6472814" y="4548135"/>
            <a:ext cx="4236725" cy="1119135"/>
          </a:xfrm>
          <a:prstGeom prst="rect">
            <a:avLst/>
          </a:prstGeom>
        </p:spPr>
      </p:pic>
      <p:pic>
        <p:nvPicPr>
          <p:cNvPr id="17" name="Picture 16" descr="A comparison of a yellow and purple image&#10;&#10;AI-generated content may be incorrect.">
            <a:extLst>
              <a:ext uri="{FF2B5EF4-FFF2-40B4-BE49-F238E27FC236}">
                <a16:creationId xmlns:a16="http://schemas.microsoft.com/office/drawing/2014/main" id="{9B5876B0-2277-3FA3-B2FF-4B3913B5DE17}"/>
              </a:ext>
            </a:extLst>
          </p:cNvPr>
          <p:cNvPicPr>
            <a:picLocks noChangeAspect="1"/>
          </p:cNvPicPr>
          <p:nvPr/>
        </p:nvPicPr>
        <p:blipFill>
          <a:blip r:embed="rId4"/>
          <a:stretch>
            <a:fillRect/>
          </a:stretch>
        </p:blipFill>
        <p:spPr>
          <a:xfrm>
            <a:off x="6472814" y="5667270"/>
            <a:ext cx="4236725" cy="1119135"/>
          </a:xfrm>
          <a:prstGeom prst="rect">
            <a:avLst/>
          </a:prstGeom>
        </p:spPr>
      </p:pic>
    </p:spTree>
    <p:extLst>
      <p:ext uri="{BB962C8B-B14F-4D97-AF65-F5344CB8AC3E}">
        <p14:creationId xmlns:p14="http://schemas.microsoft.com/office/powerpoint/2010/main" val="2220794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D579D6-BFF7-CC1F-F9F7-42EA80B16A03}"/>
              </a:ext>
            </a:extLst>
          </p:cNvPr>
          <p:cNvSpPr>
            <a:spLocks noGrp="1"/>
          </p:cNvSpPr>
          <p:nvPr>
            <p:ph type="body" idx="2"/>
          </p:nvPr>
        </p:nvSpPr>
        <p:spPr/>
        <p:txBody>
          <a:bodyPr/>
          <a:lstStyle/>
          <a:p>
            <a:r>
              <a:rPr lang="en-US" dirty="0"/>
              <a:t>Model is stable, accurate, and ready for testing</a:t>
            </a:r>
            <a:endParaRPr lang="pl-PL" dirty="0"/>
          </a:p>
        </p:txBody>
      </p:sp>
      <p:sp>
        <p:nvSpPr>
          <p:cNvPr id="3" name="Text Placeholder 2">
            <a:extLst>
              <a:ext uri="{FF2B5EF4-FFF2-40B4-BE49-F238E27FC236}">
                <a16:creationId xmlns:a16="http://schemas.microsoft.com/office/drawing/2014/main" id="{15108EAD-BC7E-BFBA-576F-EEA255EB716E}"/>
              </a:ext>
            </a:extLst>
          </p:cNvPr>
          <p:cNvSpPr>
            <a:spLocks noGrp="1"/>
          </p:cNvSpPr>
          <p:nvPr>
            <p:ph type="body" sz="quarter" idx="12"/>
          </p:nvPr>
        </p:nvSpPr>
        <p:spPr/>
        <p:txBody>
          <a:bodyPr/>
          <a:lstStyle/>
          <a:p>
            <a:r>
              <a:rPr lang="en-US" sz="1800" b="1" dirty="0"/>
              <a:t>Key Takeaways</a:t>
            </a:r>
          </a:p>
          <a:p>
            <a:pPr marL="285750" indent="-285750">
              <a:buFont typeface="Arial" panose="020B0604020202020204" pitchFamily="34" charset="0"/>
              <a:buChar char="•"/>
            </a:pPr>
            <a:r>
              <a:rPr lang="en-US" dirty="0"/>
              <a:t>Implemented a Salient Object Detection model using </a:t>
            </a:r>
            <a:r>
              <a:rPr lang="en-US" dirty="0" err="1"/>
              <a:t>PyTorch</a:t>
            </a:r>
            <a:endParaRPr lang="en-US" dirty="0"/>
          </a:p>
          <a:p>
            <a:pPr marL="285750" indent="-285750">
              <a:buFont typeface="Arial" panose="020B0604020202020204" pitchFamily="34" charset="0"/>
              <a:buChar char="•"/>
            </a:pPr>
            <a:r>
              <a:rPr lang="en-US" dirty="0"/>
              <a:t>Improved model achieved substantial performance gains over the baseline</a:t>
            </a:r>
          </a:p>
          <a:p>
            <a:pPr marL="285750" indent="-285750">
              <a:buFont typeface="Arial" panose="020B0604020202020204" pitchFamily="34" charset="0"/>
              <a:buChar char="•"/>
            </a:pPr>
            <a:r>
              <a:rPr lang="en-US" dirty="0"/>
              <a:t>Metrics show stronger generalization and more accurate object boundaries</a:t>
            </a:r>
            <a:endParaRPr lang="pl-PL" dirty="0"/>
          </a:p>
        </p:txBody>
      </p:sp>
      <p:sp>
        <p:nvSpPr>
          <p:cNvPr id="4" name="Text Placeholder 3">
            <a:extLst>
              <a:ext uri="{FF2B5EF4-FFF2-40B4-BE49-F238E27FC236}">
                <a16:creationId xmlns:a16="http://schemas.microsoft.com/office/drawing/2014/main" id="{7FB02A8B-353D-72CE-4F56-2B7539D7C474}"/>
              </a:ext>
            </a:extLst>
          </p:cNvPr>
          <p:cNvSpPr>
            <a:spLocks noGrp="1"/>
          </p:cNvSpPr>
          <p:nvPr>
            <p:ph type="body" sz="quarter" idx="14"/>
          </p:nvPr>
        </p:nvSpPr>
        <p:spPr/>
        <p:txBody>
          <a:bodyPr/>
          <a:lstStyle/>
          <a:p>
            <a:r>
              <a:rPr lang="en-US" sz="1800" b="1" dirty="0"/>
              <a:t>Performance Impact</a:t>
            </a:r>
          </a:p>
          <a:p>
            <a:pPr marL="285750" indent="-285750">
              <a:buFont typeface="Arial" panose="020B0604020202020204" pitchFamily="34" charset="0"/>
              <a:buChar char="•"/>
            </a:pPr>
            <a:r>
              <a:rPr lang="en-US" dirty="0"/>
              <a:t>F1-score increased from 0.65 → 0.81</a:t>
            </a:r>
          </a:p>
          <a:p>
            <a:pPr marL="285750" indent="-285750">
              <a:buFont typeface="Arial" panose="020B0604020202020204" pitchFamily="34" charset="0"/>
              <a:buChar char="•"/>
            </a:pPr>
            <a:r>
              <a:rPr lang="en-US" dirty="0" err="1"/>
              <a:t>IoU</a:t>
            </a:r>
            <a:r>
              <a:rPr lang="en-US" dirty="0"/>
              <a:t> improved from 0.51 → 0.72</a:t>
            </a:r>
          </a:p>
          <a:p>
            <a:pPr marL="285750" indent="-285750">
              <a:buFont typeface="Arial" panose="020B0604020202020204" pitchFamily="34" charset="0"/>
              <a:buChar char="•"/>
            </a:pPr>
            <a:r>
              <a:rPr lang="en-US" dirty="0"/>
              <a:t>Improvements were driven by better preprocessing, scheduler usage, and augmentations</a:t>
            </a:r>
          </a:p>
          <a:p>
            <a:endParaRPr lang="pl-PL" dirty="0"/>
          </a:p>
        </p:txBody>
      </p:sp>
      <p:sp>
        <p:nvSpPr>
          <p:cNvPr id="5" name="Title 4">
            <a:extLst>
              <a:ext uri="{FF2B5EF4-FFF2-40B4-BE49-F238E27FC236}">
                <a16:creationId xmlns:a16="http://schemas.microsoft.com/office/drawing/2014/main" id="{A5C4046B-19C5-EBD4-D83B-AAAE79312C77}"/>
              </a:ext>
            </a:extLst>
          </p:cNvPr>
          <p:cNvSpPr>
            <a:spLocks noGrp="1"/>
          </p:cNvSpPr>
          <p:nvPr>
            <p:ph type="title"/>
          </p:nvPr>
        </p:nvSpPr>
        <p:spPr/>
        <p:txBody>
          <a:bodyPr/>
          <a:lstStyle/>
          <a:p>
            <a:r>
              <a:rPr lang="en-US" dirty="0"/>
              <a:t>Conclusion</a:t>
            </a:r>
            <a:endParaRPr lang="pl-PL" dirty="0"/>
          </a:p>
        </p:txBody>
      </p:sp>
    </p:spTree>
    <p:extLst>
      <p:ext uri="{BB962C8B-B14F-4D97-AF65-F5344CB8AC3E}">
        <p14:creationId xmlns:p14="http://schemas.microsoft.com/office/powerpoint/2010/main" val="4132685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4E7B5-1176-CA64-F5ED-F4E37D6DAAC5}"/>
            </a:ext>
          </a:extLst>
        </p:cNvPr>
        <p:cNvGrpSpPr/>
        <p:nvPr/>
      </p:nvGrpSpPr>
      <p:grpSpPr>
        <a:xfrm>
          <a:off x="0" y="0"/>
          <a:ext cx="0" cy="0"/>
          <a:chOff x="0" y="0"/>
          <a:chExt cx="0" cy="0"/>
        </a:xfrm>
      </p:grpSpPr>
      <p:pic>
        <p:nvPicPr>
          <p:cNvPr id="18" name="Picture Placeholder 17" descr="A aerial view of trees with different colored leaves&#10;&#10;Description automatically generated">
            <a:extLst>
              <a:ext uri="{FF2B5EF4-FFF2-40B4-BE49-F238E27FC236}">
                <a16:creationId xmlns:a16="http://schemas.microsoft.com/office/drawing/2014/main" id="{671A91C2-F437-79FD-77D7-6065F0186AE0}"/>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2" name="Title 1">
            <a:extLst>
              <a:ext uri="{FF2B5EF4-FFF2-40B4-BE49-F238E27FC236}">
                <a16:creationId xmlns:a16="http://schemas.microsoft.com/office/drawing/2014/main" id="{585EDFA2-5668-C086-26F8-81E0895112F3}"/>
              </a:ext>
            </a:extLst>
          </p:cNvPr>
          <p:cNvSpPr>
            <a:spLocks noGrp="1"/>
          </p:cNvSpPr>
          <p:nvPr>
            <p:ph type="title"/>
          </p:nvPr>
        </p:nvSpPr>
        <p:spPr/>
        <p:txBody>
          <a:bodyPr/>
          <a:lstStyle/>
          <a:p>
            <a:r>
              <a:rPr lang="en-GB" dirty="0"/>
              <a:t>Thank you</a:t>
            </a:r>
          </a:p>
        </p:txBody>
      </p:sp>
      <p:pic>
        <p:nvPicPr>
          <p:cNvPr id="6" name="Picture 5" descr="A logo with white text&#10;&#10;Description automatically generated">
            <a:extLst>
              <a:ext uri="{FF2B5EF4-FFF2-40B4-BE49-F238E27FC236}">
                <a16:creationId xmlns:a16="http://schemas.microsoft.com/office/drawing/2014/main" id="{26AAF6AE-535E-DC07-6B69-B1777F48CE4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42049" y="2152270"/>
            <a:ext cx="4869997" cy="2553458"/>
          </a:xfrm>
          <a:prstGeom prst="rect">
            <a:avLst/>
          </a:prstGeom>
        </p:spPr>
      </p:pic>
      <p:sp>
        <p:nvSpPr>
          <p:cNvPr id="3" name="Google Shape;22;p26">
            <a:extLst>
              <a:ext uri="{FF2B5EF4-FFF2-40B4-BE49-F238E27FC236}">
                <a16:creationId xmlns:a16="http://schemas.microsoft.com/office/drawing/2014/main" id="{ADB1E435-560A-D344-9606-43A1A8F620DE}"/>
              </a:ext>
            </a:extLst>
          </p:cNvPr>
          <p:cNvSpPr txBox="1">
            <a:spLocks/>
          </p:cNvSpPr>
          <p:nvPr/>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Tree>
    <p:extLst>
      <p:ext uri="{BB962C8B-B14F-4D97-AF65-F5344CB8AC3E}">
        <p14:creationId xmlns:p14="http://schemas.microsoft.com/office/powerpoint/2010/main" val="1793008536"/>
      </p:ext>
    </p:extLst>
  </p:cSld>
  <p:clrMapOvr>
    <a:masterClrMapping/>
  </p:clrMapOvr>
</p:sld>
</file>

<file path=ppt/theme/theme1.xml><?xml version="1.0" encoding="utf-8"?>
<a:theme xmlns:a="http://schemas.openxmlformats.org/drawingml/2006/main" name="Custom Design">
  <a:themeElements>
    <a:clrScheme name="Custom 148">
      <a:dk1>
        <a:srgbClr val="161916"/>
      </a:dk1>
      <a:lt1>
        <a:srgbClr val="FFFDFF"/>
      </a:lt1>
      <a:dk2>
        <a:srgbClr val="161916"/>
      </a:dk2>
      <a:lt2>
        <a:srgbClr val="FDF8F4"/>
      </a:lt2>
      <a:accent1>
        <a:srgbClr val="FD4E59"/>
      </a:accent1>
      <a:accent2>
        <a:srgbClr val="6D7069"/>
      </a:accent2>
      <a:accent3>
        <a:srgbClr val="FFAB28"/>
      </a:accent3>
      <a:accent4>
        <a:srgbClr val="161916"/>
      </a:accent4>
      <a:accent5>
        <a:srgbClr val="494949"/>
      </a:accent5>
      <a:accent6>
        <a:srgbClr val="FFF0DC"/>
      </a:accent6>
      <a:hlink>
        <a:srgbClr val="FE4F58"/>
      </a:hlink>
      <a:folHlink>
        <a:srgbClr val="FFAD2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ustom Design">
  <a:themeElements>
    <a:clrScheme name="Custom 148">
      <a:dk1>
        <a:srgbClr val="161916"/>
      </a:dk1>
      <a:lt1>
        <a:srgbClr val="FFFDFF"/>
      </a:lt1>
      <a:dk2>
        <a:srgbClr val="161916"/>
      </a:dk2>
      <a:lt2>
        <a:srgbClr val="FDF8F4"/>
      </a:lt2>
      <a:accent1>
        <a:srgbClr val="FD4E59"/>
      </a:accent1>
      <a:accent2>
        <a:srgbClr val="6D7069"/>
      </a:accent2>
      <a:accent3>
        <a:srgbClr val="FFAB28"/>
      </a:accent3>
      <a:accent4>
        <a:srgbClr val="161916"/>
      </a:accent4>
      <a:accent5>
        <a:srgbClr val="494949"/>
      </a:accent5>
      <a:accent6>
        <a:srgbClr val="FFF0DC"/>
      </a:accent6>
      <a:hlink>
        <a:srgbClr val="FE4F58"/>
      </a:hlink>
      <a:folHlink>
        <a:srgbClr val="FFAD2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76F38C3A604F448DC00A667CF5567C" ma:contentTypeVersion="18" ma:contentTypeDescription="Create a new document." ma:contentTypeScope="" ma:versionID="a366ae83c922f961ee1a2ff11501752e">
  <xsd:schema xmlns:xsd="http://www.w3.org/2001/XMLSchema" xmlns:xs="http://www.w3.org/2001/XMLSchema" xmlns:p="http://schemas.microsoft.com/office/2006/metadata/properties" xmlns:ns2="24efd74e-70fc-4ae7-9af1-193f4b512e31" xmlns:ns3="bd251cb2-1da6-4860-af86-f9dc13914816" xmlns:ns4="372e849b-fc60-49fc-88ef-6f6a3a7352cc" targetNamespace="http://schemas.microsoft.com/office/2006/metadata/properties" ma:root="true" ma:fieldsID="3961dd6af6b1ea07efe4b179702e266d" ns2:_="" ns3:_="" ns4:_="">
    <xsd:import namespace="24efd74e-70fc-4ae7-9af1-193f4b512e31"/>
    <xsd:import namespace="bd251cb2-1da6-4860-af86-f9dc13914816"/>
    <xsd:import namespace="372e849b-fc60-49fc-88ef-6f6a3a7352c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DateTaken"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efd74e-70fc-4ae7-9af1-193f4b512e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c962de5-690c-40f6-9925-46ff4f3fc18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d251cb2-1da6-4860-af86-f9dc1391481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72e849b-fc60-49fc-88ef-6f6a3a7352cc"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5d3c573b-1548-4a47-afd1-41f442222deb}" ma:internalName="TaxCatchAll" ma:showField="CatchAllData" ma:web="bd251cb2-1da6-4860-af86-f9dc139148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72e849b-fc60-49fc-88ef-6f6a3a7352cc" xsi:nil="true"/>
    <lcf76f155ced4ddcb4097134ff3c332f xmlns="24efd74e-70fc-4ae7-9af1-193f4b512e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22650FF-3009-43F2-B746-4876D3CEBC5A}">
  <ds:schemaRefs>
    <ds:schemaRef ds:uri="24efd74e-70fc-4ae7-9af1-193f4b512e31"/>
    <ds:schemaRef ds:uri="372e849b-fc60-49fc-88ef-6f6a3a7352cc"/>
    <ds:schemaRef ds:uri="bd251cb2-1da6-4860-af86-f9dc13914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D19FF71-DE7A-4B4B-BB18-934F4FB0C56A}">
  <ds:schemaRefs>
    <ds:schemaRef ds:uri="http://schemas.microsoft.com/sharepoint/v3/contenttype/forms"/>
  </ds:schemaRefs>
</ds:datastoreItem>
</file>

<file path=customXml/itemProps3.xml><?xml version="1.0" encoding="utf-8"?>
<ds:datastoreItem xmlns:ds="http://schemas.openxmlformats.org/officeDocument/2006/customXml" ds:itemID="{AC7FB29C-10F2-4698-AA4E-399E5AC39323}">
  <ds:schemaRefs>
    <ds:schemaRef ds:uri="http://schemas.microsoft.com/office/2006/documentManagement/types"/>
    <ds:schemaRef ds:uri="http://purl.org/dc/elements/1.1/"/>
    <ds:schemaRef ds:uri="http://purl.org/dc/dcmitype/"/>
    <ds:schemaRef ds:uri="http://www.w3.org/XML/1998/namespace"/>
    <ds:schemaRef ds:uri="http://schemas.microsoft.com/office/infopath/2007/PartnerControls"/>
    <ds:schemaRef ds:uri="http://schemas.openxmlformats.org/package/2006/metadata/core-properties"/>
    <ds:schemaRef ds:uri="372e849b-fc60-49fc-88ef-6f6a3a7352cc"/>
    <ds:schemaRef ds:uri="http://schemas.microsoft.com/office/2006/metadata/properties"/>
    <ds:schemaRef ds:uri="bd251cb2-1da6-4860-af86-f9dc13914816"/>
    <ds:schemaRef ds:uri="24efd74e-70fc-4ae7-9af1-193f4b512e31"/>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2849</TotalTime>
  <Words>238</Words>
  <Application>Microsoft Office PowerPoint</Application>
  <PresentationFormat>Widescreen</PresentationFormat>
  <Paragraphs>65</Paragraphs>
  <Slides>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vt:i4>
      </vt:variant>
    </vt:vector>
  </HeadingPairs>
  <TitlesOfParts>
    <vt:vector size="12" baseType="lpstr">
      <vt:lpstr>Aptos</vt:lpstr>
      <vt:lpstr>Arial</vt:lpstr>
      <vt:lpstr>Funnel Sans</vt:lpstr>
      <vt:lpstr>Georgia</vt:lpstr>
      <vt:lpstr>Custom Design</vt:lpstr>
      <vt:lpstr>1_Custom Design</vt:lpstr>
      <vt:lpstr>Salient Object Detection</vt:lpstr>
      <vt:lpstr>Project Overview</vt:lpstr>
      <vt:lpstr>Baseline Model Evaluation</vt:lpstr>
      <vt:lpstr>Improved &amp; Final Model</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Erica Cooper</dc:creator>
  <cp:lastModifiedBy>Rita Shkodra</cp:lastModifiedBy>
  <cp:revision>10</cp:revision>
  <cp:lastPrinted>2024-12-13T12:20:15Z</cp:lastPrinted>
  <dcterms:created xsi:type="dcterms:W3CDTF">2024-12-13T08:30:06Z</dcterms:created>
  <dcterms:modified xsi:type="dcterms:W3CDTF">2025-11-26T22:03:15Z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0x010100CC76F38C3A604F448DC00A667CF5567C</vt:lpwstr>
  </property>
</Properties>
</file>